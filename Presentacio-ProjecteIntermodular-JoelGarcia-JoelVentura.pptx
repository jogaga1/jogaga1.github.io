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Overpass Black"/>
      <p:bold r:id="rId18"/>
      <p:boldItalic r:id="rId19"/>
    </p:embeddedFont>
    <p:embeddedFont>
      <p:font typeface="Overpass"/>
      <p:regular r:id="rId20"/>
      <p:bold r:id="rId21"/>
      <p:italic r:id="rId22"/>
      <p:boldItalic r:id="rId23"/>
    </p:embeddedFont>
    <p:embeddedFont>
      <p:font typeface="Archivo Black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verpass-regular.fntdata"/><Relationship Id="rId22" Type="http://schemas.openxmlformats.org/officeDocument/2006/relationships/font" Target="fonts/Overpass-italic.fntdata"/><Relationship Id="rId21" Type="http://schemas.openxmlformats.org/officeDocument/2006/relationships/font" Target="fonts/Overpass-bold.fntdata"/><Relationship Id="rId24" Type="http://schemas.openxmlformats.org/officeDocument/2006/relationships/font" Target="fonts/ArchivoBlack-regular.fntdata"/><Relationship Id="rId23" Type="http://schemas.openxmlformats.org/officeDocument/2006/relationships/font" Target="fonts/Overpas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OverpassBlack-boldItalic.fntdata"/><Relationship Id="rId18" Type="http://schemas.openxmlformats.org/officeDocument/2006/relationships/font" Target="fonts/Overpass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</a:t>
            </a:r>
            <a:endParaRPr/>
          </a:p>
        </p:txBody>
      </p:sp>
      <p:sp>
        <p:nvSpPr>
          <p:cNvPr id="394" name="Google Shape;3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6.jpg"/><Relationship Id="rId5" Type="http://schemas.openxmlformats.org/officeDocument/2006/relationships/image" Target="../media/image23.png"/><Relationship Id="rId6" Type="http://schemas.openxmlformats.org/officeDocument/2006/relationships/image" Target="../media/image5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9" Type="http://schemas.openxmlformats.org/officeDocument/2006/relationships/image" Target="../media/image33.png"/><Relationship Id="rId5" Type="http://schemas.openxmlformats.org/officeDocument/2006/relationships/image" Target="../media/image9.png"/><Relationship Id="rId6" Type="http://schemas.openxmlformats.org/officeDocument/2006/relationships/image" Target="../media/image28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31.png"/><Relationship Id="rId5" Type="http://schemas.openxmlformats.org/officeDocument/2006/relationships/image" Target="../media/image45.png"/><Relationship Id="rId6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4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43.png"/><Relationship Id="rId22" Type="http://schemas.openxmlformats.org/officeDocument/2006/relationships/image" Target="../media/image51.png"/><Relationship Id="rId21" Type="http://schemas.openxmlformats.org/officeDocument/2006/relationships/image" Target="../media/image62.png"/><Relationship Id="rId24" Type="http://schemas.openxmlformats.org/officeDocument/2006/relationships/image" Target="../media/image50.png"/><Relationship Id="rId23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9" Type="http://schemas.openxmlformats.org/officeDocument/2006/relationships/image" Target="../media/image56.png"/><Relationship Id="rId26" Type="http://schemas.openxmlformats.org/officeDocument/2006/relationships/image" Target="../media/image5.png"/><Relationship Id="rId25" Type="http://schemas.openxmlformats.org/officeDocument/2006/relationships/image" Target="../media/image11.png"/><Relationship Id="rId28" Type="http://schemas.openxmlformats.org/officeDocument/2006/relationships/image" Target="../media/image48.png"/><Relationship Id="rId27" Type="http://schemas.openxmlformats.org/officeDocument/2006/relationships/image" Target="../media/image63.png"/><Relationship Id="rId5" Type="http://schemas.openxmlformats.org/officeDocument/2006/relationships/image" Target="../media/image35.png"/><Relationship Id="rId6" Type="http://schemas.openxmlformats.org/officeDocument/2006/relationships/image" Target="../media/image14.png"/><Relationship Id="rId29" Type="http://schemas.openxmlformats.org/officeDocument/2006/relationships/image" Target="../media/image49.png"/><Relationship Id="rId7" Type="http://schemas.openxmlformats.org/officeDocument/2006/relationships/image" Target="../media/image13.png"/><Relationship Id="rId8" Type="http://schemas.openxmlformats.org/officeDocument/2006/relationships/image" Target="../media/image22.png"/><Relationship Id="rId31" Type="http://schemas.openxmlformats.org/officeDocument/2006/relationships/image" Target="../media/image58.png"/><Relationship Id="rId30" Type="http://schemas.openxmlformats.org/officeDocument/2006/relationships/image" Target="../media/image53.png"/><Relationship Id="rId11" Type="http://schemas.openxmlformats.org/officeDocument/2006/relationships/image" Target="../media/image9.png"/><Relationship Id="rId10" Type="http://schemas.openxmlformats.org/officeDocument/2006/relationships/image" Target="../media/image19.png"/><Relationship Id="rId13" Type="http://schemas.openxmlformats.org/officeDocument/2006/relationships/image" Target="../media/image16.png"/><Relationship Id="rId12" Type="http://schemas.openxmlformats.org/officeDocument/2006/relationships/image" Target="../media/image28.png"/><Relationship Id="rId15" Type="http://schemas.openxmlformats.org/officeDocument/2006/relationships/image" Target="../media/image33.png"/><Relationship Id="rId14" Type="http://schemas.openxmlformats.org/officeDocument/2006/relationships/image" Target="../media/image17.png"/><Relationship Id="rId17" Type="http://schemas.openxmlformats.org/officeDocument/2006/relationships/image" Target="../media/image39.png"/><Relationship Id="rId16" Type="http://schemas.openxmlformats.org/officeDocument/2006/relationships/image" Target="../media/image26.png"/><Relationship Id="rId19" Type="http://schemas.openxmlformats.org/officeDocument/2006/relationships/image" Target="../media/image37.png"/><Relationship Id="rId18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7.png"/><Relationship Id="rId5" Type="http://schemas.openxmlformats.org/officeDocument/2006/relationships/image" Target="../media/image54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65.png"/><Relationship Id="rId5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1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1020021" y="0"/>
            <a:ext cx="19795319" cy="10321957"/>
            <a:chOff x="-477358" y="0"/>
            <a:chExt cx="26393758" cy="13762609"/>
          </a:xfrm>
        </p:grpSpPr>
        <p:sp>
          <p:nvSpPr>
            <p:cNvPr id="85" name="Google Shape;85;p13"/>
            <p:cNvSpPr/>
            <p:nvPr/>
          </p:nvSpPr>
          <p:spPr>
            <a:xfrm>
              <a:off x="223679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6" name="Google Shape;86;p13"/>
            <p:cNvSpPr/>
            <p:nvPr/>
          </p:nvSpPr>
          <p:spPr>
            <a:xfrm flipH="1" rot="5400000">
              <a:off x="-69604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2" y="1035067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7" name="Google Shape;87;p13"/>
            <p:cNvSpPr/>
            <p:nvPr/>
          </p:nvSpPr>
          <p:spPr>
            <a:xfrm flipH="1" rot="5400000">
              <a:off x="-69604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8" name="Google Shape;88;p13"/>
            <p:cNvSpPr/>
            <p:nvPr/>
          </p:nvSpPr>
          <p:spPr>
            <a:xfrm flipH="1" rot="5400000">
              <a:off x="-69604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9" name="Google Shape;89;p13"/>
            <p:cNvSpPr/>
            <p:nvPr/>
          </p:nvSpPr>
          <p:spPr>
            <a:xfrm flipH="1" rot="5400000">
              <a:off x="2305885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1" y="1035067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0" name="Google Shape;90;p13"/>
            <p:cNvSpPr/>
            <p:nvPr/>
          </p:nvSpPr>
          <p:spPr>
            <a:xfrm flipH="1" rot="5400000">
              <a:off x="2305885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1" name="Google Shape;91;p13"/>
            <p:cNvSpPr/>
            <p:nvPr/>
          </p:nvSpPr>
          <p:spPr>
            <a:xfrm flipH="1" rot="5400000">
              <a:off x="2305885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2" name="Google Shape;92;p13"/>
            <p:cNvSpPr/>
            <p:nvPr/>
          </p:nvSpPr>
          <p:spPr>
            <a:xfrm>
              <a:off x="539443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3" name="Google Shape;93;p13"/>
            <p:cNvSpPr/>
            <p:nvPr/>
          </p:nvSpPr>
          <p:spPr>
            <a:xfrm>
              <a:off x="7316241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4" name="Google Shape;94;p13"/>
            <p:cNvSpPr/>
            <p:nvPr/>
          </p:nvSpPr>
          <p:spPr>
            <a:xfrm>
              <a:off x="7632005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5" name="Google Shape;95;p13"/>
            <p:cNvSpPr/>
            <p:nvPr/>
          </p:nvSpPr>
          <p:spPr>
            <a:xfrm>
              <a:off x="3769960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6" name="Google Shape;96;p13"/>
            <p:cNvSpPr/>
            <p:nvPr/>
          </p:nvSpPr>
          <p:spPr>
            <a:xfrm>
              <a:off x="4085724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7" name="Google Shape;97;p13"/>
            <p:cNvSpPr/>
            <p:nvPr/>
          </p:nvSpPr>
          <p:spPr>
            <a:xfrm>
              <a:off x="10862522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8" name="Google Shape;98;p13"/>
            <p:cNvSpPr/>
            <p:nvPr/>
          </p:nvSpPr>
          <p:spPr>
            <a:xfrm>
              <a:off x="1117828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9" name="Google Shape;99;p13"/>
            <p:cNvSpPr/>
            <p:nvPr/>
          </p:nvSpPr>
          <p:spPr>
            <a:xfrm>
              <a:off x="14408803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0" name="Google Shape;100;p13"/>
            <p:cNvSpPr/>
            <p:nvPr/>
          </p:nvSpPr>
          <p:spPr>
            <a:xfrm>
              <a:off x="1472456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1" name="Google Shape;101;p13"/>
            <p:cNvSpPr/>
            <p:nvPr/>
          </p:nvSpPr>
          <p:spPr>
            <a:xfrm>
              <a:off x="17955084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2" name="Google Shape;102;p13"/>
            <p:cNvSpPr/>
            <p:nvPr/>
          </p:nvSpPr>
          <p:spPr>
            <a:xfrm>
              <a:off x="18270847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3" name="Google Shape;103;p13"/>
            <p:cNvSpPr/>
            <p:nvPr/>
          </p:nvSpPr>
          <p:spPr>
            <a:xfrm>
              <a:off x="21501365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4" name="Google Shape;104;p13"/>
            <p:cNvSpPr/>
            <p:nvPr/>
          </p:nvSpPr>
          <p:spPr>
            <a:xfrm>
              <a:off x="21817128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105" name="Google Shape;105;p13"/>
            <p:cNvGrpSpPr/>
            <p:nvPr/>
          </p:nvGrpSpPr>
          <p:grpSpPr>
            <a:xfrm rot="-2700000">
              <a:off x="-402358" y="11312145"/>
              <a:ext cx="2458813" cy="1230607"/>
              <a:chOff x="0" y="-133350"/>
              <a:chExt cx="485691" cy="243082"/>
            </a:xfrm>
          </p:grpSpPr>
          <p:sp>
            <p:nvSpPr>
              <p:cNvPr id="106" name="Google Shape;106;p13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07" name="Google Shape;107;p13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" name="Google Shape;108;p13"/>
            <p:cNvGrpSpPr/>
            <p:nvPr/>
          </p:nvGrpSpPr>
          <p:grpSpPr>
            <a:xfrm rot="-2700000">
              <a:off x="23327660" y="11312145"/>
              <a:ext cx="2458813" cy="1230607"/>
              <a:chOff x="0" y="-133350"/>
              <a:chExt cx="485691" cy="243082"/>
            </a:xfrm>
          </p:grpSpPr>
          <p:sp>
            <p:nvSpPr>
              <p:cNvPr id="109" name="Google Shape;109;p13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10" name="Google Shape;110;p13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1" name="Google Shape;111;p13"/>
          <p:cNvSpPr/>
          <p:nvPr/>
        </p:nvSpPr>
        <p:spPr>
          <a:xfrm>
            <a:off x="363900" y="352350"/>
            <a:ext cx="17560200" cy="9582300"/>
          </a:xfrm>
          <a:prstGeom prst="roundRect">
            <a:avLst>
              <a:gd fmla="val 4126" name="adj"/>
            </a:avLst>
          </a:prstGeom>
          <a:solidFill>
            <a:schemeClr val="lt1"/>
          </a:solidFill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450" y="5841925"/>
            <a:ext cx="3795975" cy="341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/>
        </p:nvSpPr>
        <p:spPr>
          <a:xfrm>
            <a:off x="2734915" y="2101517"/>
            <a:ext cx="128181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0">
                <a:latin typeface="Archivo Black"/>
                <a:ea typeface="Archivo Black"/>
                <a:cs typeface="Archivo Black"/>
                <a:sym typeface="Archivo Black"/>
              </a:rPr>
              <a:t>PROJECTE INTERMODULAR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-1028409" y="1028700"/>
            <a:ext cx="4420017" cy="4420017"/>
          </a:xfrm>
          <a:custGeom>
            <a:rect b="b" l="l" r="r" t="t"/>
            <a:pathLst>
              <a:path extrusionOk="0" h="4420017" w="4420017">
                <a:moveTo>
                  <a:pt x="0" y="0"/>
                </a:moveTo>
                <a:lnTo>
                  <a:pt x="4420017" y="0"/>
                </a:lnTo>
                <a:lnTo>
                  <a:pt x="4420017" y="4420017"/>
                </a:lnTo>
                <a:lnTo>
                  <a:pt x="0" y="4420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3"/>
          <p:cNvSpPr/>
          <p:nvPr/>
        </p:nvSpPr>
        <p:spPr>
          <a:xfrm>
            <a:off x="15201900" y="215943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13"/>
          <p:cNvSpPr/>
          <p:nvPr/>
        </p:nvSpPr>
        <p:spPr>
          <a:xfrm>
            <a:off x="7902648" y="7738118"/>
            <a:ext cx="4220308" cy="4114800"/>
          </a:xfrm>
          <a:custGeom>
            <a:rect b="b" l="l" r="r" t="t"/>
            <a:pathLst>
              <a:path extrusionOk="0" h="4114800" w="4220308">
                <a:moveTo>
                  <a:pt x="0" y="0"/>
                </a:moveTo>
                <a:lnTo>
                  <a:pt x="4220307" y="0"/>
                </a:lnTo>
                <a:lnTo>
                  <a:pt x="42203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3"/>
          <p:cNvSpPr/>
          <p:nvPr/>
        </p:nvSpPr>
        <p:spPr>
          <a:xfrm rot="-296704">
            <a:off x="13507254" y="7143085"/>
            <a:ext cx="7898581" cy="4591050"/>
          </a:xfrm>
          <a:custGeom>
            <a:rect b="b" l="l" r="r" t="t"/>
            <a:pathLst>
              <a:path extrusionOk="0" h="4591050" w="7898581">
                <a:moveTo>
                  <a:pt x="0" y="0"/>
                </a:moveTo>
                <a:lnTo>
                  <a:pt x="7898580" y="0"/>
                </a:lnTo>
                <a:lnTo>
                  <a:pt x="7898580" y="4591050"/>
                </a:lnTo>
                <a:lnTo>
                  <a:pt x="0" y="459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8" name="Google Shape;118;p13"/>
          <p:cNvGrpSpPr/>
          <p:nvPr/>
        </p:nvGrpSpPr>
        <p:grpSpPr>
          <a:xfrm>
            <a:off x="3986137" y="4418122"/>
            <a:ext cx="10315727" cy="2055933"/>
            <a:chOff x="0" y="-133350"/>
            <a:chExt cx="2531111" cy="504452"/>
          </a:xfrm>
        </p:grpSpPr>
        <p:sp>
          <p:nvSpPr>
            <p:cNvPr id="119" name="Google Shape;119;p13"/>
            <p:cNvSpPr/>
            <p:nvPr/>
          </p:nvSpPr>
          <p:spPr>
            <a:xfrm>
              <a:off x="0" y="0"/>
              <a:ext cx="2531111" cy="371102"/>
            </a:xfrm>
            <a:custGeom>
              <a:rect b="b" l="l" r="r" t="t"/>
              <a:pathLst>
                <a:path extrusionOk="0" h="371102" w="2531111">
                  <a:moveTo>
                    <a:pt x="0" y="0"/>
                  </a:moveTo>
                  <a:lnTo>
                    <a:pt x="2531111" y="0"/>
                  </a:lnTo>
                  <a:lnTo>
                    <a:pt x="2531111" y="371102"/>
                  </a:lnTo>
                  <a:lnTo>
                    <a:pt x="0" y="371102"/>
                  </a:lnTo>
                  <a:close/>
                </a:path>
              </a:pathLst>
            </a:custGeom>
            <a:solidFill>
              <a:srgbClr val="EE252F"/>
            </a:solidFill>
            <a:ln>
              <a:noFill/>
            </a:ln>
          </p:spPr>
        </p:sp>
        <p:sp>
          <p:nvSpPr>
            <p:cNvPr id="120" name="Google Shape;120;p13"/>
            <p:cNvSpPr txBox="1"/>
            <p:nvPr/>
          </p:nvSpPr>
          <p:spPr>
            <a:xfrm>
              <a:off x="0" y="-133350"/>
              <a:ext cx="2531111" cy="504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13"/>
          <p:cNvSpPr txBox="1"/>
          <p:nvPr/>
        </p:nvSpPr>
        <p:spPr>
          <a:xfrm>
            <a:off x="4338845" y="6601647"/>
            <a:ext cx="96102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>
                <a:latin typeface="Overpass"/>
                <a:ea typeface="Overpass"/>
                <a:cs typeface="Overpass"/>
                <a:sym typeface="Overpass"/>
              </a:rPr>
              <a:t>Fet per: Joel Garcia i Joel Ventura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4272500" y="5088502"/>
            <a:ext cx="9743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730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Autoescolaelsjoels</a:t>
            </a:r>
            <a:endParaRPr sz="100"/>
          </a:p>
        </p:txBody>
      </p:sp>
      <p:pic>
        <p:nvPicPr>
          <p:cNvPr id="123" name="Google Shape;123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325450" y="4952740"/>
            <a:ext cx="3473599" cy="8620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16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4"/>
          <p:cNvGrpSpPr/>
          <p:nvPr/>
        </p:nvGrpSpPr>
        <p:grpSpPr>
          <a:xfrm>
            <a:off x="-1020021" y="0"/>
            <a:ext cx="19795319" cy="10321957"/>
            <a:chOff x="-477358" y="0"/>
            <a:chExt cx="26393758" cy="13762609"/>
          </a:xfrm>
        </p:grpSpPr>
        <p:sp>
          <p:nvSpPr>
            <p:cNvPr id="129" name="Google Shape;129;p14"/>
            <p:cNvSpPr/>
            <p:nvPr/>
          </p:nvSpPr>
          <p:spPr>
            <a:xfrm>
              <a:off x="223679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0" name="Google Shape;130;p14"/>
            <p:cNvSpPr/>
            <p:nvPr/>
          </p:nvSpPr>
          <p:spPr>
            <a:xfrm flipH="1" rot="5400000">
              <a:off x="-69604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2" y="1035067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1" name="Google Shape;131;p14"/>
            <p:cNvSpPr/>
            <p:nvPr/>
          </p:nvSpPr>
          <p:spPr>
            <a:xfrm flipH="1" rot="5400000">
              <a:off x="-69604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2" name="Google Shape;132;p14"/>
            <p:cNvSpPr/>
            <p:nvPr/>
          </p:nvSpPr>
          <p:spPr>
            <a:xfrm flipH="1" rot="5400000">
              <a:off x="-69604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3" name="Google Shape;133;p14"/>
            <p:cNvSpPr/>
            <p:nvPr/>
          </p:nvSpPr>
          <p:spPr>
            <a:xfrm flipH="1" rot="5400000">
              <a:off x="2305885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1" y="1035067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4" name="Google Shape;134;p14"/>
            <p:cNvSpPr/>
            <p:nvPr/>
          </p:nvSpPr>
          <p:spPr>
            <a:xfrm flipH="1" rot="5400000">
              <a:off x="2305885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5" name="Google Shape;135;p14"/>
            <p:cNvSpPr/>
            <p:nvPr/>
          </p:nvSpPr>
          <p:spPr>
            <a:xfrm flipH="1" rot="5400000">
              <a:off x="2305885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6" name="Google Shape;136;p14"/>
            <p:cNvSpPr/>
            <p:nvPr/>
          </p:nvSpPr>
          <p:spPr>
            <a:xfrm>
              <a:off x="539443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7" name="Google Shape;137;p14"/>
            <p:cNvSpPr/>
            <p:nvPr/>
          </p:nvSpPr>
          <p:spPr>
            <a:xfrm>
              <a:off x="7316241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8" name="Google Shape;138;p14"/>
            <p:cNvSpPr/>
            <p:nvPr/>
          </p:nvSpPr>
          <p:spPr>
            <a:xfrm>
              <a:off x="7632005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9" name="Google Shape;139;p14"/>
            <p:cNvSpPr/>
            <p:nvPr/>
          </p:nvSpPr>
          <p:spPr>
            <a:xfrm>
              <a:off x="3769960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0" name="Google Shape;140;p14"/>
            <p:cNvSpPr/>
            <p:nvPr/>
          </p:nvSpPr>
          <p:spPr>
            <a:xfrm>
              <a:off x="4085724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1" name="Google Shape;141;p14"/>
            <p:cNvSpPr/>
            <p:nvPr/>
          </p:nvSpPr>
          <p:spPr>
            <a:xfrm>
              <a:off x="10862522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2" name="Google Shape;142;p14"/>
            <p:cNvSpPr/>
            <p:nvPr/>
          </p:nvSpPr>
          <p:spPr>
            <a:xfrm>
              <a:off x="1117828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3" name="Google Shape;143;p14"/>
            <p:cNvSpPr/>
            <p:nvPr/>
          </p:nvSpPr>
          <p:spPr>
            <a:xfrm>
              <a:off x="14408803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4" name="Google Shape;144;p14"/>
            <p:cNvSpPr/>
            <p:nvPr/>
          </p:nvSpPr>
          <p:spPr>
            <a:xfrm>
              <a:off x="1472456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5" name="Google Shape;145;p14"/>
            <p:cNvSpPr/>
            <p:nvPr/>
          </p:nvSpPr>
          <p:spPr>
            <a:xfrm>
              <a:off x="17955084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6" name="Google Shape;146;p14"/>
            <p:cNvSpPr/>
            <p:nvPr/>
          </p:nvSpPr>
          <p:spPr>
            <a:xfrm>
              <a:off x="18270847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7" name="Google Shape;147;p14"/>
            <p:cNvSpPr/>
            <p:nvPr/>
          </p:nvSpPr>
          <p:spPr>
            <a:xfrm>
              <a:off x="21501365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8" name="Google Shape;148;p14"/>
            <p:cNvSpPr/>
            <p:nvPr/>
          </p:nvSpPr>
          <p:spPr>
            <a:xfrm>
              <a:off x="21817128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149" name="Google Shape;149;p14"/>
            <p:cNvGrpSpPr/>
            <p:nvPr/>
          </p:nvGrpSpPr>
          <p:grpSpPr>
            <a:xfrm rot="-2700000">
              <a:off x="-402358" y="11312145"/>
              <a:ext cx="2458813" cy="1230607"/>
              <a:chOff x="0" y="-133350"/>
              <a:chExt cx="485691" cy="243082"/>
            </a:xfrm>
          </p:grpSpPr>
          <p:sp>
            <p:nvSpPr>
              <p:cNvPr id="150" name="Google Shape;150;p14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51" name="Google Shape;151;p14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" name="Google Shape;152;p14"/>
            <p:cNvGrpSpPr/>
            <p:nvPr/>
          </p:nvGrpSpPr>
          <p:grpSpPr>
            <a:xfrm rot="-2700000">
              <a:off x="23327660" y="11312145"/>
              <a:ext cx="2458813" cy="1230607"/>
              <a:chOff x="0" y="-133350"/>
              <a:chExt cx="485691" cy="243082"/>
            </a:xfrm>
          </p:grpSpPr>
          <p:sp>
            <p:nvSpPr>
              <p:cNvPr id="153" name="Google Shape;153;p14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54" name="Google Shape;154;p14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5" name="Google Shape;155;p14"/>
          <p:cNvSpPr/>
          <p:nvPr/>
        </p:nvSpPr>
        <p:spPr>
          <a:xfrm>
            <a:off x="459388" y="352350"/>
            <a:ext cx="17417100" cy="9582300"/>
          </a:xfrm>
          <a:prstGeom prst="roundRect">
            <a:avLst>
              <a:gd fmla="val 4126" name="adj"/>
            </a:avLst>
          </a:prstGeom>
          <a:solidFill>
            <a:schemeClr val="lt1"/>
          </a:solidFill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 flipH="1">
            <a:off x="12167215" y="7681658"/>
            <a:ext cx="5718675" cy="4238968"/>
          </a:xfrm>
          <a:custGeom>
            <a:rect b="b" l="l" r="r" t="t"/>
            <a:pathLst>
              <a:path extrusionOk="0" h="4238968" w="5718675">
                <a:moveTo>
                  <a:pt x="5718675" y="0"/>
                </a:moveTo>
                <a:lnTo>
                  <a:pt x="0" y="0"/>
                </a:lnTo>
                <a:lnTo>
                  <a:pt x="0" y="4238968"/>
                </a:lnTo>
                <a:lnTo>
                  <a:pt x="5718675" y="4238968"/>
                </a:lnTo>
                <a:lnTo>
                  <a:pt x="5718675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14"/>
          <p:cNvSpPr/>
          <p:nvPr/>
        </p:nvSpPr>
        <p:spPr>
          <a:xfrm>
            <a:off x="15743817" y="5567785"/>
            <a:ext cx="5787367" cy="3363907"/>
          </a:xfrm>
          <a:custGeom>
            <a:rect b="b" l="l" r="r" t="t"/>
            <a:pathLst>
              <a:path extrusionOk="0" h="3363907" w="5787367">
                <a:moveTo>
                  <a:pt x="0" y="0"/>
                </a:moveTo>
                <a:lnTo>
                  <a:pt x="5787367" y="0"/>
                </a:lnTo>
                <a:lnTo>
                  <a:pt x="5787367" y="3363907"/>
                </a:lnTo>
                <a:lnTo>
                  <a:pt x="0" y="3363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8" name="Google Shape;158;p14"/>
          <p:cNvGrpSpPr/>
          <p:nvPr/>
        </p:nvGrpSpPr>
        <p:grpSpPr>
          <a:xfrm>
            <a:off x="1047401" y="783634"/>
            <a:ext cx="1891198" cy="2024173"/>
            <a:chOff x="0" y="-57150"/>
            <a:chExt cx="812800" cy="869950"/>
          </a:xfrm>
        </p:grpSpPr>
        <p:sp>
          <p:nvSpPr>
            <p:cNvPr id="159" name="Google Shape;159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13"/>
            </a:solidFill>
            <a:ln cap="sq" cmpd="sng" w="1428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4"/>
          <p:cNvGrpSpPr/>
          <p:nvPr/>
        </p:nvGrpSpPr>
        <p:grpSpPr>
          <a:xfrm>
            <a:off x="1047401" y="2952575"/>
            <a:ext cx="1891198" cy="2024173"/>
            <a:chOff x="0" y="-57150"/>
            <a:chExt cx="812800" cy="869950"/>
          </a:xfrm>
        </p:grpSpPr>
        <p:sp>
          <p:nvSpPr>
            <p:cNvPr id="162" name="Google Shape;162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13"/>
            </a:solidFill>
            <a:ln cap="sq" cmpd="sng" w="1428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4"/>
          <p:cNvGrpSpPr/>
          <p:nvPr/>
        </p:nvGrpSpPr>
        <p:grpSpPr>
          <a:xfrm>
            <a:off x="1047401" y="5150219"/>
            <a:ext cx="1891198" cy="2024173"/>
            <a:chOff x="0" y="-57150"/>
            <a:chExt cx="812800" cy="869950"/>
          </a:xfrm>
        </p:grpSpPr>
        <p:sp>
          <p:nvSpPr>
            <p:cNvPr id="165" name="Google Shape;165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13"/>
            </a:solidFill>
            <a:ln cap="sq" cmpd="sng" w="1428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14"/>
          <p:cNvGrpSpPr/>
          <p:nvPr/>
        </p:nvGrpSpPr>
        <p:grpSpPr>
          <a:xfrm>
            <a:off x="1047401" y="7346218"/>
            <a:ext cx="1891198" cy="2024173"/>
            <a:chOff x="0" y="-57150"/>
            <a:chExt cx="812800" cy="869950"/>
          </a:xfrm>
        </p:grpSpPr>
        <p:sp>
          <p:nvSpPr>
            <p:cNvPr id="168" name="Google Shape;168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13"/>
            </a:solidFill>
            <a:ln cap="sq" cmpd="sng" w="1428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14"/>
          <p:cNvSpPr txBox="1"/>
          <p:nvPr/>
        </p:nvSpPr>
        <p:spPr>
          <a:xfrm>
            <a:off x="1028700" y="1340853"/>
            <a:ext cx="1928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01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1028700" y="3509794"/>
            <a:ext cx="1928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02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1028700" y="5707439"/>
            <a:ext cx="1928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03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1028700" y="7903437"/>
            <a:ext cx="1928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04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3028849" y="1235125"/>
            <a:ext cx="5419500" cy="13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99">
                <a:latin typeface="Overpass Black"/>
                <a:ea typeface="Overpass Black"/>
                <a:cs typeface="Overpass Black"/>
                <a:sym typeface="Overpass Black"/>
              </a:rPr>
              <a:t>Context i situació inicial</a:t>
            </a:r>
            <a:endParaRPr b="1" sz="3799">
              <a:latin typeface="Overpass Black"/>
              <a:ea typeface="Overpass Black"/>
              <a:cs typeface="Overpass Black"/>
              <a:sym typeface="Overpass Black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3076457" y="3735862"/>
            <a:ext cx="5419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99">
                <a:latin typeface="Overpass Black"/>
                <a:ea typeface="Overpass Black"/>
                <a:cs typeface="Overpass Black"/>
                <a:sym typeface="Overpass Black"/>
              </a:rPr>
              <a:t>Objectius</a:t>
            </a:r>
            <a:endParaRPr b="1" sz="3799">
              <a:latin typeface="Overpass Black"/>
              <a:ea typeface="Overpass Black"/>
              <a:cs typeface="Overpass Black"/>
              <a:sym typeface="Overpass Black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3057663" y="5935628"/>
            <a:ext cx="65022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99">
                <a:latin typeface="Overpass Black"/>
                <a:ea typeface="Overpass Black"/>
                <a:cs typeface="Overpass Black"/>
                <a:sym typeface="Overpass Black"/>
              </a:rPr>
              <a:t>Solució tècnica</a:t>
            </a:r>
            <a:endParaRPr b="1" sz="3799">
              <a:latin typeface="Overpass Black"/>
              <a:ea typeface="Overpass Black"/>
              <a:cs typeface="Overpass Black"/>
              <a:sym typeface="Overpass Black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3076462" y="8135371"/>
            <a:ext cx="6559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99">
                <a:latin typeface="Overpass Black"/>
                <a:ea typeface="Overpass Black"/>
                <a:cs typeface="Overpass Black"/>
                <a:sym typeface="Overpass Black"/>
              </a:rPr>
              <a:t>Infraestructura</a:t>
            </a:r>
            <a:endParaRPr b="1" sz="3799">
              <a:latin typeface="Overpass Black"/>
              <a:ea typeface="Overpass Black"/>
              <a:cs typeface="Overpass Black"/>
              <a:sym typeface="Overpass Black"/>
            </a:endParaRPr>
          </a:p>
        </p:txBody>
      </p:sp>
      <p:grpSp>
        <p:nvGrpSpPr>
          <p:cNvPr id="178" name="Google Shape;178;p14"/>
          <p:cNvGrpSpPr/>
          <p:nvPr/>
        </p:nvGrpSpPr>
        <p:grpSpPr>
          <a:xfrm>
            <a:off x="8840773" y="850108"/>
            <a:ext cx="1891223" cy="2024200"/>
            <a:chOff x="0" y="-57150"/>
            <a:chExt cx="812800" cy="869950"/>
          </a:xfrm>
        </p:grpSpPr>
        <p:sp>
          <p:nvSpPr>
            <p:cNvPr id="179" name="Google Shape;179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13"/>
            </a:solidFill>
            <a:ln cap="sq" cmpd="sng" w="1428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 txBox="1"/>
            <p:nvPr/>
          </p:nvSpPr>
          <p:spPr>
            <a:xfrm>
              <a:off x="76200" y="-57150"/>
              <a:ext cx="660300" cy="7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4"/>
          <p:cNvGrpSpPr/>
          <p:nvPr/>
        </p:nvGrpSpPr>
        <p:grpSpPr>
          <a:xfrm>
            <a:off x="8840773" y="3019049"/>
            <a:ext cx="1891223" cy="2024200"/>
            <a:chOff x="0" y="-57150"/>
            <a:chExt cx="812800" cy="869950"/>
          </a:xfrm>
        </p:grpSpPr>
        <p:sp>
          <p:nvSpPr>
            <p:cNvPr id="182" name="Google Shape;182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13"/>
            </a:solidFill>
            <a:ln cap="sq" cmpd="sng" w="1428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 txBox="1"/>
            <p:nvPr/>
          </p:nvSpPr>
          <p:spPr>
            <a:xfrm>
              <a:off x="76200" y="-57150"/>
              <a:ext cx="660300" cy="7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4"/>
          <p:cNvGrpSpPr/>
          <p:nvPr/>
        </p:nvGrpSpPr>
        <p:grpSpPr>
          <a:xfrm>
            <a:off x="8840773" y="5216693"/>
            <a:ext cx="1891223" cy="2024200"/>
            <a:chOff x="0" y="-57150"/>
            <a:chExt cx="812800" cy="869950"/>
          </a:xfrm>
        </p:grpSpPr>
        <p:sp>
          <p:nvSpPr>
            <p:cNvPr id="185" name="Google Shape;185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13"/>
            </a:solidFill>
            <a:ln cap="sq" cmpd="sng" w="1428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 txBox="1"/>
            <p:nvPr/>
          </p:nvSpPr>
          <p:spPr>
            <a:xfrm>
              <a:off x="76200" y="-57150"/>
              <a:ext cx="660300" cy="7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14"/>
          <p:cNvGrpSpPr/>
          <p:nvPr/>
        </p:nvGrpSpPr>
        <p:grpSpPr>
          <a:xfrm>
            <a:off x="8840773" y="7412692"/>
            <a:ext cx="1891223" cy="2024200"/>
            <a:chOff x="0" y="-57150"/>
            <a:chExt cx="812800" cy="869950"/>
          </a:xfrm>
        </p:grpSpPr>
        <p:sp>
          <p:nvSpPr>
            <p:cNvPr id="188" name="Google Shape;188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13"/>
            </a:solidFill>
            <a:ln cap="sq" cmpd="sng" w="1428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 txBox="1"/>
            <p:nvPr/>
          </p:nvSpPr>
          <p:spPr>
            <a:xfrm>
              <a:off x="76200" y="-57150"/>
              <a:ext cx="660300" cy="7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14"/>
          <p:cNvSpPr txBox="1"/>
          <p:nvPr/>
        </p:nvSpPr>
        <p:spPr>
          <a:xfrm>
            <a:off x="8822072" y="1407328"/>
            <a:ext cx="1928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0</a:t>
            </a:r>
            <a:r>
              <a:rPr lang="en-US" sz="6500">
                <a:latin typeface="Archivo Black"/>
                <a:ea typeface="Archivo Black"/>
                <a:cs typeface="Archivo Black"/>
                <a:sym typeface="Archivo Black"/>
              </a:rPr>
              <a:t>5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8822072" y="3576269"/>
            <a:ext cx="1928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0</a:t>
            </a:r>
            <a:r>
              <a:rPr lang="en-US" sz="6500">
                <a:latin typeface="Archivo Black"/>
                <a:ea typeface="Archivo Black"/>
                <a:cs typeface="Archivo Black"/>
                <a:sym typeface="Archivo Black"/>
              </a:rPr>
              <a:t>6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8822072" y="5773914"/>
            <a:ext cx="1928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0</a:t>
            </a:r>
            <a:r>
              <a:rPr lang="en-US" sz="6500">
                <a:latin typeface="Archivo Black"/>
                <a:ea typeface="Archivo Black"/>
                <a:cs typeface="Archivo Black"/>
                <a:sym typeface="Archivo Black"/>
              </a:rPr>
              <a:t>7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8822072" y="7969912"/>
            <a:ext cx="1928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0</a:t>
            </a:r>
            <a:r>
              <a:rPr lang="en-US" sz="6500">
                <a:latin typeface="Archivo Black"/>
                <a:ea typeface="Archivo Black"/>
                <a:cs typeface="Archivo Black"/>
                <a:sym typeface="Archivo Black"/>
              </a:rPr>
              <a:t>8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10874874" y="1605854"/>
            <a:ext cx="5419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99">
                <a:latin typeface="Overpass Black"/>
                <a:ea typeface="Overpass Black"/>
                <a:cs typeface="Overpass Black"/>
                <a:sym typeface="Overpass Black"/>
              </a:rPr>
              <a:t>Integració</a:t>
            </a:r>
            <a:endParaRPr b="1" sz="3799">
              <a:latin typeface="Overpass Black"/>
              <a:ea typeface="Overpass Black"/>
              <a:cs typeface="Overpass Black"/>
              <a:sym typeface="Overpass Black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10846026" y="3784167"/>
            <a:ext cx="5419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99">
                <a:latin typeface="Overpass Black"/>
                <a:ea typeface="Overpass Black"/>
                <a:cs typeface="Overpass Black"/>
                <a:sym typeface="Overpass Black"/>
              </a:rPr>
              <a:t>Planificació</a:t>
            </a:r>
            <a:endParaRPr b="1" sz="3799">
              <a:latin typeface="Overpass Black"/>
              <a:ea typeface="Overpass Black"/>
              <a:cs typeface="Overpass Black"/>
              <a:sym typeface="Overpass Black"/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10851063" y="6002194"/>
            <a:ext cx="65022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99">
                <a:latin typeface="Overpass Black"/>
                <a:ea typeface="Overpass Black"/>
                <a:cs typeface="Overpass Black"/>
                <a:sym typeface="Overpass Black"/>
              </a:rPr>
              <a:t>Resultats</a:t>
            </a:r>
            <a:endParaRPr b="1" sz="3799">
              <a:latin typeface="Overpass Black"/>
              <a:ea typeface="Overpass Black"/>
              <a:cs typeface="Overpass Black"/>
              <a:sym typeface="Overpass Black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10822224" y="8177782"/>
            <a:ext cx="6559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99">
                <a:latin typeface="Overpass Black"/>
                <a:ea typeface="Overpass Black"/>
                <a:cs typeface="Overpass Black"/>
                <a:sym typeface="Overpass Black"/>
              </a:rPr>
              <a:t>Conclusions</a:t>
            </a:r>
            <a:endParaRPr b="1" sz="3799">
              <a:latin typeface="Overpass Black"/>
              <a:ea typeface="Overpass Black"/>
              <a:cs typeface="Overpass Black"/>
              <a:sym typeface="Overpass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16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/>
          <p:nvPr/>
        </p:nvSpPr>
        <p:spPr>
          <a:xfrm>
            <a:off x="-1483012" y="-76256"/>
            <a:ext cx="3392741" cy="856667"/>
          </a:xfrm>
          <a:custGeom>
            <a:rect b="b" l="l" r="r" t="t"/>
            <a:pathLst>
              <a:path extrusionOk="0" h="856667" w="3392741">
                <a:moveTo>
                  <a:pt x="0" y="0"/>
                </a:moveTo>
                <a:lnTo>
                  <a:pt x="3392741" y="0"/>
                </a:lnTo>
                <a:lnTo>
                  <a:pt x="3392741" y="856667"/>
                </a:lnTo>
                <a:lnTo>
                  <a:pt x="0" y="8566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15"/>
          <p:cNvSpPr/>
          <p:nvPr/>
        </p:nvSpPr>
        <p:spPr>
          <a:xfrm>
            <a:off x="-1483012" y="9858666"/>
            <a:ext cx="3392741" cy="856667"/>
          </a:xfrm>
          <a:custGeom>
            <a:rect b="b" l="l" r="r" t="t"/>
            <a:pathLst>
              <a:path extrusionOk="0" h="856667" w="3392741">
                <a:moveTo>
                  <a:pt x="0" y="0"/>
                </a:moveTo>
                <a:lnTo>
                  <a:pt x="3392741" y="0"/>
                </a:lnTo>
                <a:lnTo>
                  <a:pt x="3392741" y="856668"/>
                </a:lnTo>
                <a:lnTo>
                  <a:pt x="0" y="85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15"/>
          <p:cNvSpPr/>
          <p:nvPr/>
        </p:nvSpPr>
        <p:spPr>
          <a:xfrm>
            <a:off x="4387110" y="-76256"/>
            <a:ext cx="3392741" cy="856667"/>
          </a:xfrm>
          <a:custGeom>
            <a:rect b="b" l="l" r="r" t="t"/>
            <a:pathLst>
              <a:path extrusionOk="0" h="856667" w="3392741">
                <a:moveTo>
                  <a:pt x="0" y="0"/>
                </a:moveTo>
                <a:lnTo>
                  <a:pt x="3392741" y="0"/>
                </a:lnTo>
                <a:lnTo>
                  <a:pt x="3392741" y="856667"/>
                </a:lnTo>
                <a:lnTo>
                  <a:pt x="0" y="8566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15"/>
          <p:cNvSpPr/>
          <p:nvPr/>
        </p:nvSpPr>
        <p:spPr>
          <a:xfrm>
            <a:off x="4387110" y="9858666"/>
            <a:ext cx="3392741" cy="856667"/>
          </a:xfrm>
          <a:custGeom>
            <a:rect b="b" l="l" r="r" t="t"/>
            <a:pathLst>
              <a:path extrusionOk="0" h="856667" w="3392741">
                <a:moveTo>
                  <a:pt x="0" y="0"/>
                </a:moveTo>
                <a:lnTo>
                  <a:pt x="3392741" y="0"/>
                </a:lnTo>
                <a:lnTo>
                  <a:pt x="3392741" y="856668"/>
                </a:lnTo>
                <a:lnTo>
                  <a:pt x="0" y="85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1452049" y="-76256"/>
            <a:ext cx="3392741" cy="856667"/>
          </a:xfrm>
          <a:custGeom>
            <a:rect b="b" l="l" r="r" t="t"/>
            <a:pathLst>
              <a:path extrusionOk="0" h="856667" w="3392741">
                <a:moveTo>
                  <a:pt x="0" y="0"/>
                </a:moveTo>
                <a:lnTo>
                  <a:pt x="3392741" y="0"/>
                </a:lnTo>
                <a:lnTo>
                  <a:pt x="3392741" y="856667"/>
                </a:lnTo>
                <a:lnTo>
                  <a:pt x="0" y="8566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15"/>
          <p:cNvSpPr/>
          <p:nvPr/>
        </p:nvSpPr>
        <p:spPr>
          <a:xfrm>
            <a:off x="1452049" y="9858666"/>
            <a:ext cx="3392741" cy="856667"/>
          </a:xfrm>
          <a:custGeom>
            <a:rect b="b" l="l" r="r" t="t"/>
            <a:pathLst>
              <a:path extrusionOk="0" h="856667" w="3392741">
                <a:moveTo>
                  <a:pt x="0" y="0"/>
                </a:moveTo>
                <a:lnTo>
                  <a:pt x="3392741" y="0"/>
                </a:lnTo>
                <a:lnTo>
                  <a:pt x="3392741" y="856668"/>
                </a:lnTo>
                <a:lnTo>
                  <a:pt x="0" y="85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5"/>
          <p:cNvSpPr/>
          <p:nvPr/>
        </p:nvSpPr>
        <p:spPr>
          <a:xfrm>
            <a:off x="7322171" y="-76256"/>
            <a:ext cx="3392741" cy="856667"/>
          </a:xfrm>
          <a:custGeom>
            <a:rect b="b" l="l" r="r" t="t"/>
            <a:pathLst>
              <a:path extrusionOk="0" h="856667" w="3392741">
                <a:moveTo>
                  <a:pt x="0" y="0"/>
                </a:moveTo>
                <a:lnTo>
                  <a:pt x="3392741" y="0"/>
                </a:lnTo>
                <a:lnTo>
                  <a:pt x="3392741" y="856667"/>
                </a:lnTo>
                <a:lnTo>
                  <a:pt x="0" y="8566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5"/>
          <p:cNvSpPr/>
          <p:nvPr/>
        </p:nvSpPr>
        <p:spPr>
          <a:xfrm>
            <a:off x="7322171" y="9858666"/>
            <a:ext cx="3392741" cy="856667"/>
          </a:xfrm>
          <a:custGeom>
            <a:rect b="b" l="l" r="r" t="t"/>
            <a:pathLst>
              <a:path extrusionOk="0" h="856667" w="3392741">
                <a:moveTo>
                  <a:pt x="0" y="0"/>
                </a:moveTo>
                <a:lnTo>
                  <a:pt x="3392741" y="0"/>
                </a:lnTo>
                <a:lnTo>
                  <a:pt x="3392741" y="856668"/>
                </a:lnTo>
                <a:lnTo>
                  <a:pt x="0" y="85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5"/>
          <p:cNvSpPr/>
          <p:nvPr/>
        </p:nvSpPr>
        <p:spPr>
          <a:xfrm>
            <a:off x="10257232" y="-76256"/>
            <a:ext cx="3392741" cy="856667"/>
          </a:xfrm>
          <a:custGeom>
            <a:rect b="b" l="l" r="r" t="t"/>
            <a:pathLst>
              <a:path extrusionOk="0" h="856667" w="3392741">
                <a:moveTo>
                  <a:pt x="0" y="0"/>
                </a:moveTo>
                <a:lnTo>
                  <a:pt x="3392741" y="0"/>
                </a:lnTo>
                <a:lnTo>
                  <a:pt x="3392741" y="856667"/>
                </a:lnTo>
                <a:lnTo>
                  <a:pt x="0" y="8566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15"/>
          <p:cNvSpPr/>
          <p:nvPr/>
        </p:nvSpPr>
        <p:spPr>
          <a:xfrm>
            <a:off x="10257232" y="9858666"/>
            <a:ext cx="3392741" cy="856667"/>
          </a:xfrm>
          <a:custGeom>
            <a:rect b="b" l="l" r="r" t="t"/>
            <a:pathLst>
              <a:path extrusionOk="0" h="856667" w="3392741">
                <a:moveTo>
                  <a:pt x="0" y="0"/>
                </a:moveTo>
                <a:lnTo>
                  <a:pt x="3392741" y="0"/>
                </a:lnTo>
                <a:lnTo>
                  <a:pt x="3392741" y="856668"/>
                </a:lnTo>
                <a:lnTo>
                  <a:pt x="0" y="85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15"/>
          <p:cNvSpPr/>
          <p:nvPr/>
        </p:nvSpPr>
        <p:spPr>
          <a:xfrm>
            <a:off x="13192293" y="-76256"/>
            <a:ext cx="3392741" cy="856667"/>
          </a:xfrm>
          <a:custGeom>
            <a:rect b="b" l="l" r="r" t="t"/>
            <a:pathLst>
              <a:path extrusionOk="0" h="856667" w="3392741">
                <a:moveTo>
                  <a:pt x="0" y="0"/>
                </a:moveTo>
                <a:lnTo>
                  <a:pt x="3392741" y="0"/>
                </a:lnTo>
                <a:lnTo>
                  <a:pt x="3392741" y="856667"/>
                </a:lnTo>
                <a:lnTo>
                  <a:pt x="0" y="8566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5"/>
          <p:cNvSpPr/>
          <p:nvPr/>
        </p:nvSpPr>
        <p:spPr>
          <a:xfrm>
            <a:off x="13192293" y="9858666"/>
            <a:ext cx="3392741" cy="856667"/>
          </a:xfrm>
          <a:custGeom>
            <a:rect b="b" l="l" r="r" t="t"/>
            <a:pathLst>
              <a:path extrusionOk="0" h="856667" w="3392741">
                <a:moveTo>
                  <a:pt x="0" y="0"/>
                </a:moveTo>
                <a:lnTo>
                  <a:pt x="3392741" y="0"/>
                </a:lnTo>
                <a:lnTo>
                  <a:pt x="3392741" y="856668"/>
                </a:lnTo>
                <a:lnTo>
                  <a:pt x="0" y="85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15"/>
          <p:cNvSpPr/>
          <p:nvPr/>
        </p:nvSpPr>
        <p:spPr>
          <a:xfrm>
            <a:off x="16127354" y="-76256"/>
            <a:ext cx="3392741" cy="856667"/>
          </a:xfrm>
          <a:custGeom>
            <a:rect b="b" l="l" r="r" t="t"/>
            <a:pathLst>
              <a:path extrusionOk="0" h="856667" w="3392741">
                <a:moveTo>
                  <a:pt x="0" y="0"/>
                </a:moveTo>
                <a:lnTo>
                  <a:pt x="3392741" y="0"/>
                </a:lnTo>
                <a:lnTo>
                  <a:pt x="3392741" y="856667"/>
                </a:lnTo>
                <a:lnTo>
                  <a:pt x="0" y="8566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5"/>
          <p:cNvSpPr/>
          <p:nvPr/>
        </p:nvSpPr>
        <p:spPr>
          <a:xfrm>
            <a:off x="16127354" y="9858666"/>
            <a:ext cx="3392741" cy="856667"/>
          </a:xfrm>
          <a:custGeom>
            <a:rect b="b" l="l" r="r" t="t"/>
            <a:pathLst>
              <a:path extrusionOk="0" h="856667" w="3392741">
                <a:moveTo>
                  <a:pt x="0" y="0"/>
                </a:moveTo>
                <a:lnTo>
                  <a:pt x="3392741" y="0"/>
                </a:lnTo>
                <a:lnTo>
                  <a:pt x="3392741" y="856668"/>
                </a:lnTo>
                <a:lnTo>
                  <a:pt x="0" y="85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6" name="Google Shape;216;p15"/>
          <p:cNvGrpSpPr/>
          <p:nvPr/>
        </p:nvGrpSpPr>
        <p:grpSpPr>
          <a:xfrm rot="-2700000">
            <a:off x="-2001145" y="9286184"/>
            <a:ext cx="2034992" cy="1018521"/>
            <a:chOff x="0" y="-133350"/>
            <a:chExt cx="485691" cy="243082"/>
          </a:xfrm>
        </p:grpSpPr>
        <p:sp>
          <p:nvSpPr>
            <p:cNvPr id="217" name="Google Shape;217;p15"/>
            <p:cNvSpPr/>
            <p:nvPr/>
          </p:nvSpPr>
          <p:spPr>
            <a:xfrm>
              <a:off x="0" y="0"/>
              <a:ext cx="485691" cy="109732"/>
            </a:xfrm>
            <a:custGeom>
              <a:rect b="b" l="l" r="r" t="t"/>
              <a:pathLst>
                <a:path extrusionOk="0" h="109732" w="485691">
                  <a:moveTo>
                    <a:pt x="0" y="0"/>
                  </a:moveTo>
                  <a:lnTo>
                    <a:pt x="485691" y="0"/>
                  </a:lnTo>
                  <a:lnTo>
                    <a:pt x="485691" y="109732"/>
                  </a:lnTo>
                  <a:lnTo>
                    <a:pt x="0" y="1097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8" name="Google Shape;218;p15"/>
            <p:cNvSpPr txBox="1"/>
            <p:nvPr/>
          </p:nvSpPr>
          <p:spPr>
            <a:xfrm>
              <a:off x="0" y="-133350"/>
              <a:ext cx="485691" cy="2430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6050" lIns="56050" spcFirstLastPara="1" rIns="56050" wrap="square" tIns="5605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15"/>
          <p:cNvGrpSpPr/>
          <p:nvPr/>
        </p:nvGrpSpPr>
        <p:grpSpPr>
          <a:xfrm rot="-2700000">
            <a:off x="17638878" y="9286181"/>
            <a:ext cx="2035023" cy="1018507"/>
            <a:chOff x="0" y="-133350"/>
            <a:chExt cx="485691" cy="243082"/>
          </a:xfrm>
        </p:grpSpPr>
        <p:sp>
          <p:nvSpPr>
            <p:cNvPr id="220" name="Google Shape;220;p15"/>
            <p:cNvSpPr/>
            <p:nvPr/>
          </p:nvSpPr>
          <p:spPr>
            <a:xfrm>
              <a:off x="0" y="0"/>
              <a:ext cx="485691" cy="109732"/>
            </a:xfrm>
            <a:custGeom>
              <a:rect b="b" l="l" r="r" t="t"/>
              <a:pathLst>
                <a:path extrusionOk="0" h="109732" w="485691">
                  <a:moveTo>
                    <a:pt x="0" y="0"/>
                  </a:moveTo>
                  <a:lnTo>
                    <a:pt x="485691" y="0"/>
                  </a:lnTo>
                  <a:lnTo>
                    <a:pt x="485691" y="109732"/>
                  </a:lnTo>
                  <a:lnTo>
                    <a:pt x="0" y="1097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21" name="Google Shape;221;p15"/>
            <p:cNvSpPr txBox="1"/>
            <p:nvPr/>
          </p:nvSpPr>
          <p:spPr>
            <a:xfrm>
              <a:off x="0" y="-133350"/>
              <a:ext cx="485691" cy="2430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6050" lIns="56050" spcFirstLastPara="1" rIns="56050" wrap="square" tIns="5605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15"/>
          <p:cNvSpPr/>
          <p:nvPr/>
        </p:nvSpPr>
        <p:spPr>
          <a:xfrm>
            <a:off x="-1270000" y="352350"/>
            <a:ext cx="20828100" cy="9582300"/>
          </a:xfrm>
          <a:prstGeom prst="roundRect">
            <a:avLst>
              <a:gd fmla="val 4126" name="adj"/>
            </a:avLst>
          </a:prstGeom>
          <a:solidFill>
            <a:schemeClr val="lt1"/>
          </a:solidFill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13237464" y="5799995"/>
            <a:ext cx="3752960" cy="5829841"/>
          </a:xfrm>
          <a:custGeom>
            <a:rect b="b" l="l" r="r" t="t"/>
            <a:pathLst>
              <a:path extrusionOk="0" h="5829841" w="3752960">
                <a:moveTo>
                  <a:pt x="0" y="0"/>
                </a:moveTo>
                <a:lnTo>
                  <a:pt x="3752960" y="0"/>
                </a:lnTo>
                <a:lnTo>
                  <a:pt x="3752960" y="5829841"/>
                </a:lnTo>
                <a:lnTo>
                  <a:pt x="0" y="58298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15"/>
          <p:cNvSpPr txBox="1"/>
          <p:nvPr/>
        </p:nvSpPr>
        <p:spPr>
          <a:xfrm>
            <a:off x="213358" y="933450"/>
            <a:ext cx="178614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>
                <a:latin typeface="Archivo Black"/>
                <a:ea typeface="Archivo Black"/>
                <a:cs typeface="Archivo Black"/>
                <a:sym typeface="Archivo Black"/>
              </a:rPr>
              <a:t>Context i situació inicial</a:t>
            </a:r>
            <a:endParaRPr sz="6700"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225" name="Google Shape;22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06825" y="5850342"/>
            <a:ext cx="2275500" cy="774933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5"/>
          <p:cNvSpPr txBox="1"/>
          <p:nvPr/>
        </p:nvSpPr>
        <p:spPr>
          <a:xfrm>
            <a:off x="2182013" y="3058163"/>
            <a:ext cx="16006200" cy="57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Situació actual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Problemas: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Gestió manual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Tests en paper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Correccions lentes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Mala organització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Dificultat per fer seguiment dels alumnes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Necessitat: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Modernitzar l’autoescola mitjançant una plataforma digital.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16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6"/>
          <p:cNvGrpSpPr/>
          <p:nvPr/>
        </p:nvGrpSpPr>
        <p:grpSpPr>
          <a:xfrm>
            <a:off x="-1020021" y="0"/>
            <a:ext cx="19795319" cy="10321957"/>
            <a:chOff x="-477358" y="0"/>
            <a:chExt cx="26393758" cy="13762609"/>
          </a:xfrm>
        </p:grpSpPr>
        <p:sp>
          <p:nvSpPr>
            <p:cNvPr id="232" name="Google Shape;232;p16"/>
            <p:cNvSpPr/>
            <p:nvPr/>
          </p:nvSpPr>
          <p:spPr>
            <a:xfrm>
              <a:off x="223679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3" name="Google Shape;233;p16"/>
            <p:cNvSpPr/>
            <p:nvPr/>
          </p:nvSpPr>
          <p:spPr>
            <a:xfrm flipH="1" rot="5400000">
              <a:off x="-69604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2" y="1035067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4" name="Google Shape;234;p16"/>
            <p:cNvSpPr/>
            <p:nvPr/>
          </p:nvSpPr>
          <p:spPr>
            <a:xfrm flipH="1" rot="5400000">
              <a:off x="-69604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5" name="Google Shape;235;p16"/>
            <p:cNvSpPr/>
            <p:nvPr/>
          </p:nvSpPr>
          <p:spPr>
            <a:xfrm flipH="1" rot="5400000">
              <a:off x="-69604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6" name="Google Shape;236;p16"/>
            <p:cNvSpPr/>
            <p:nvPr/>
          </p:nvSpPr>
          <p:spPr>
            <a:xfrm flipH="1" rot="5400000">
              <a:off x="2305885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1" y="1035067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7" name="Google Shape;237;p16"/>
            <p:cNvSpPr/>
            <p:nvPr/>
          </p:nvSpPr>
          <p:spPr>
            <a:xfrm flipH="1" rot="5400000">
              <a:off x="2305885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8" name="Google Shape;238;p16"/>
            <p:cNvSpPr/>
            <p:nvPr/>
          </p:nvSpPr>
          <p:spPr>
            <a:xfrm flipH="1" rot="5400000">
              <a:off x="2305885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9" name="Google Shape;239;p16"/>
            <p:cNvSpPr/>
            <p:nvPr/>
          </p:nvSpPr>
          <p:spPr>
            <a:xfrm>
              <a:off x="539443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0" name="Google Shape;240;p16"/>
            <p:cNvSpPr/>
            <p:nvPr/>
          </p:nvSpPr>
          <p:spPr>
            <a:xfrm>
              <a:off x="7316241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1" name="Google Shape;241;p16"/>
            <p:cNvSpPr/>
            <p:nvPr/>
          </p:nvSpPr>
          <p:spPr>
            <a:xfrm>
              <a:off x="7632005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2" name="Google Shape;242;p16"/>
            <p:cNvSpPr/>
            <p:nvPr/>
          </p:nvSpPr>
          <p:spPr>
            <a:xfrm>
              <a:off x="3769960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3" name="Google Shape;243;p16"/>
            <p:cNvSpPr/>
            <p:nvPr/>
          </p:nvSpPr>
          <p:spPr>
            <a:xfrm>
              <a:off x="4085724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4" name="Google Shape;244;p16"/>
            <p:cNvSpPr/>
            <p:nvPr/>
          </p:nvSpPr>
          <p:spPr>
            <a:xfrm>
              <a:off x="10862522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5" name="Google Shape;245;p16"/>
            <p:cNvSpPr/>
            <p:nvPr/>
          </p:nvSpPr>
          <p:spPr>
            <a:xfrm>
              <a:off x="1117828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6" name="Google Shape;246;p16"/>
            <p:cNvSpPr/>
            <p:nvPr/>
          </p:nvSpPr>
          <p:spPr>
            <a:xfrm>
              <a:off x="14408803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7" name="Google Shape;247;p16"/>
            <p:cNvSpPr/>
            <p:nvPr/>
          </p:nvSpPr>
          <p:spPr>
            <a:xfrm>
              <a:off x="1472456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8" name="Google Shape;248;p16"/>
            <p:cNvSpPr/>
            <p:nvPr/>
          </p:nvSpPr>
          <p:spPr>
            <a:xfrm>
              <a:off x="17955084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9" name="Google Shape;249;p16"/>
            <p:cNvSpPr/>
            <p:nvPr/>
          </p:nvSpPr>
          <p:spPr>
            <a:xfrm>
              <a:off x="18270847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50" name="Google Shape;250;p16"/>
            <p:cNvSpPr/>
            <p:nvPr/>
          </p:nvSpPr>
          <p:spPr>
            <a:xfrm>
              <a:off x="21501365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51" name="Google Shape;251;p16"/>
            <p:cNvSpPr/>
            <p:nvPr/>
          </p:nvSpPr>
          <p:spPr>
            <a:xfrm>
              <a:off x="21817128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252" name="Google Shape;252;p16"/>
            <p:cNvGrpSpPr/>
            <p:nvPr/>
          </p:nvGrpSpPr>
          <p:grpSpPr>
            <a:xfrm rot="-2700000">
              <a:off x="-402358" y="11312145"/>
              <a:ext cx="2458813" cy="1230607"/>
              <a:chOff x="0" y="-133350"/>
              <a:chExt cx="485691" cy="243082"/>
            </a:xfrm>
          </p:grpSpPr>
          <p:sp>
            <p:nvSpPr>
              <p:cNvPr id="253" name="Google Shape;253;p16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254" name="Google Shape;254;p16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16"/>
            <p:cNvGrpSpPr/>
            <p:nvPr/>
          </p:nvGrpSpPr>
          <p:grpSpPr>
            <a:xfrm rot="-2700000">
              <a:off x="23327660" y="11312145"/>
              <a:ext cx="2458813" cy="1230607"/>
              <a:chOff x="0" y="-133350"/>
              <a:chExt cx="485691" cy="243082"/>
            </a:xfrm>
          </p:grpSpPr>
          <p:sp>
            <p:nvSpPr>
              <p:cNvPr id="256" name="Google Shape;256;p16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257" name="Google Shape;257;p16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8" name="Google Shape;258;p16"/>
          <p:cNvSpPr/>
          <p:nvPr/>
        </p:nvSpPr>
        <p:spPr>
          <a:xfrm>
            <a:off x="435575" y="352350"/>
            <a:ext cx="17417100" cy="9582300"/>
          </a:xfrm>
          <a:prstGeom prst="roundRect">
            <a:avLst>
              <a:gd fmla="val 4126" name="adj"/>
            </a:avLst>
          </a:prstGeom>
          <a:solidFill>
            <a:schemeClr val="lt1"/>
          </a:solidFill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9" name="Google Shape;259;p16"/>
          <p:cNvGrpSpPr/>
          <p:nvPr/>
        </p:nvGrpSpPr>
        <p:grpSpPr>
          <a:xfrm>
            <a:off x="493985" y="4350160"/>
            <a:ext cx="17300267" cy="5572665"/>
            <a:chOff x="0" y="-133350"/>
            <a:chExt cx="4556419" cy="1467688"/>
          </a:xfrm>
        </p:grpSpPr>
        <p:sp>
          <p:nvSpPr>
            <p:cNvPr id="260" name="Google Shape;260;p16"/>
            <p:cNvSpPr/>
            <p:nvPr/>
          </p:nvSpPr>
          <p:spPr>
            <a:xfrm>
              <a:off x="0" y="0"/>
              <a:ext cx="4556419" cy="1334338"/>
            </a:xfrm>
            <a:custGeom>
              <a:rect b="b" l="l" r="r" t="t"/>
              <a:pathLst>
                <a:path extrusionOk="0" h="1334338" w="4556419">
                  <a:moveTo>
                    <a:pt x="0" y="0"/>
                  </a:moveTo>
                  <a:lnTo>
                    <a:pt x="4556419" y="0"/>
                  </a:lnTo>
                  <a:lnTo>
                    <a:pt x="4556419" y="1334338"/>
                  </a:lnTo>
                  <a:lnTo>
                    <a:pt x="0" y="13343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61" name="Google Shape;261;p16"/>
            <p:cNvSpPr txBox="1"/>
            <p:nvPr/>
          </p:nvSpPr>
          <p:spPr>
            <a:xfrm>
              <a:off x="0" y="-133350"/>
              <a:ext cx="4556400" cy="146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2" name="Google Shape;262;p16"/>
          <p:cNvPicPr preferRelativeResize="0"/>
          <p:nvPr/>
        </p:nvPicPr>
        <p:blipFill rotWithShape="1">
          <a:blip r:embed="rId4">
            <a:alphaModFix/>
          </a:blip>
          <a:srcRect b="29140" l="0" r="0" t="29140"/>
          <a:stretch/>
        </p:blipFill>
        <p:spPr>
          <a:xfrm>
            <a:off x="493923" y="4983784"/>
            <a:ext cx="17300152" cy="481172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6"/>
          <p:cNvSpPr txBox="1"/>
          <p:nvPr/>
        </p:nvSpPr>
        <p:spPr>
          <a:xfrm>
            <a:off x="3211504" y="463021"/>
            <a:ext cx="118650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>
                <a:latin typeface="Archivo Black"/>
                <a:ea typeface="Archivo Black"/>
                <a:cs typeface="Archivo Black"/>
                <a:sym typeface="Archivo Black"/>
              </a:rPr>
              <a:t>Objectius</a:t>
            </a:r>
            <a:endParaRPr/>
          </a:p>
        </p:txBody>
      </p:sp>
      <p:sp>
        <p:nvSpPr>
          <p:cNvPr id="264" name="Google Shape;264;p16"/>
          <p:cNvSpPr/>
          <p:nvPr/>
        </p:nvSpPr>
        <p:spPr>
          <a:xfrm>
            <a:off x="14029774" y="4218291"/>
            <a:ext cx="3319697" cy="7765373"/>
          </a:xfrm>
          <a:custGeom>
            <a:rect b="b" l="l" r="r" t="t"/>
            <a:pathLst>
              <a:path extrusionOk="0" h="7765373" w="3319697">
                <a:moveTo>
                  <a:pt x="0" y="0"/>
                </a:moveTo>
                <a:lnTo>
                  <a:pt x="3319697" y="0"/>
                </a:lnTo>
                <a:lnTo>
                  <a:pt x="3319697" y="7765374"/>
                </a:lnTo>
                <a:lnTo>
                  <a:pt x="0" y="77653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5" name="Google Shape;26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8700" y="5157998"/>
            <a:ext cx="3867751" cy="1084232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6"/>
          <p:cNvSpPr txBox="1"/>
          <p:nvPr/>
        </p:nvSpPr>
        <p:spPr>
          <a:xfrm>
            <a:off x="1028701" y="1109100"/>
            <a:ext cx="13122900" cy="3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Overpass"/>
                <a:ea typeface="Overpass"/>
                <a:cs typeface="Overpass"/>
                <a:sym typeface="Overpass"/>
              </a:rPr>
              <a:t>Objectius del projecte</a:t>
            </a:r>
            <a:endParaRPr sz="2400">
              <a:latin typeface="Overpass"/>
              <a:ea typeface="Overpass"/>
              <a:cs typeface="Overpass"/>
              <a:sym typeface="Overpass"/>
            </a:endParaRPr>
          </a:p>
          <a:p>
            <a:pPr indent="-3810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verpass"/>
              <a:buChar char="●"/>
            </a:pPr>
            <a:r>
              <a:rPr lang="en-US" sz="2400">
                <a:latin typeface="Overpass"/>
                <a:ea typeface="Overpass"/>
                <a:cs typeface="Overpass"/>
                <a:sym typeface="Overpass"/>
              </a:rPr>
              <a:t>Crear una plataforma web</a:t>
            </a:r>
            <a:endParaRPr sz="2400">
              <a:latin typeface="Overpass"/>
              <a:ea typeface="Overpass"/>
              <a:cs typeface="Overpass"/>
              <a:sym typeface="Overpass"/>
            </a:endParaRPr>
          </a:p>
          <a:p>
            <a:pPr indent="-3810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verpass"/>
              <a:buChar char="●"/>
            </a:pPr>
            <a:r>
              <a:rPr lang="en-US" sz="2400">
                <a:latin typeface="Overpass"/>
                <a:ea typeface="Overpass"/>
                <a:cs typeface="Overpass"/>
                <a:sym typeface="Overpass"/>
              </a:rPr>
              <a:t>Automatitzar processos</a:t>
            </a:r>
            <a:endParaRPr sz="2400">
              <a:latin typeface="Overpass"/>
              <a:ea typeface="Overpass"/>
              <a:cs typeface="Overpass"/>
              <a:sym typeface="Overpass"/>
            </a:endParaRPr>
          </a:p>
          <a:p>
            <a:pPr indent="-3810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verpass"/>
              <a:buChar char="●"/>
            </a:pPr>
            <a:r>
              <a:rPr lang="en-US" sz="2400">
                <a:latin typeface="Overpass"/>
                <a:ea typeface="Overpass"/>
                <a:cs typeface="Overpass"/>
                <a:sym typeface="Overpass"/>
              </a:rPr>
              <a:t>Millorar l’experiència dels alumnes</a:t>
            </a:r>
            <a:endParaRPr sz="2400">
              <a:latin typeface="Overpass"/>
              <a:ea typeface="Overpass"/>
              <a:cs typeface="Overpass"/>
              <a:sym typeface="Overpass"/>
            </a:endParaRPr>
          </a:p>
          <a:p>
            <a:pPr indent="-3810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verpass"/>
              <a:buChar char="●"/>
            </a:pPr>
            <a:r>
              <a:rPr lang="en-US" sz="2400">
                <a:latin typeface="Overpass"/>
                <a:ea typeface="Overpass"/>
                <a:cs typeface="Overpass"/>
                <a:sym typeface="Overpass"/>
              </a:rPr>
              <a:t>Facilitar la feina dels professors</a:t>
            </a:r>
            <a:endParaRPr sz="2400">
              <a:latin typeface="Overpass"/>
              <a:ea typeface="Overpass"/>
              <a:cs typeface="Overpass"/>
              <a:sym typeface="Overpass"/>
            </a:endParaRPr>
          </a:p>
          <a:p>
            <a:pPr indent="-3810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verpass"/>
              <a:buChar char="●"/>
            </a:pPr>
            <a:r>
              <a:rPr lang="en-US" sz="2400">
                <a:latin typeface="Overpass"/>
                <a:ea typeface="Overpass"/>
                <a:cs typeface="Overpass"/>
                <a:sym typeface="Overpass"/>
              </a:rPr>
              <a:t>Permetre accés des de qualsevol lloc</a:t>
            </a:r>
            <a:endParaRPr sz="2400">
              <a:latin typeface="Overpass"/>
              <a:ea typeface="Overpass"/>
              <a:cs typeface="Overpass"/>
              <a:sym typeface="Overpass"/>
            </a:endParaRPr>
          </a:p>
          <a:p>
            <a:pPr indent="0" lvl="1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Overpass"/>
                <a:ea typeface="Overpass"/>
                <a:cs typeface="Overpass"/>
                <a:sym typeface="Overpass"/>
              </a:rPr>
              <a:t>Resultat esperat:</a:t>
            </a:r>
            <a:endParaRPr sz="2400">
              <a:latin typeface="Overpass"/>
              <a:ea typeface="Overpass"/>
              <a:cs typeface="Overpass"/>
              <a:sym typeface="Overpass"/>
            </a:endParaRPr>
          </a:p>
          <a:p>
            <a:pPr indent="0" lvl="1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Overpass"/>
                <a:ea typeface="Overpass"/>
                <a:cs typeface="Overpass"/>
                <a:sym typeface="Overpass"/>
              </a:rPr>
              <a:t>Un sistema més ràpid, modern i eficient.</a:t>
            </a:r>
            <a:endParaRPr sz="24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16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17"/>
          <p:cNvGrpSpPr/>
          <p:nvPr/>
        </p:nvGrpSpPr>
        <p:grpSpPr>
          <a:xfrm>
            <a:off x="-1020021" y="0"/>
            <a:ext cx="19795319" cy="10321957"/>
            <a:chOff x="-477358" y="0"/>
            <a:chExt cx="26393758" cy="13762609"/>
          </a:xfrm>
        </p:grpSpPr>
        <p:sp>
          <p:nvSpPr>
            <p:cNvPr id="272" name="Google Shape;272;p17"/>
            <p:cNvSpPr/>
            <p:nvPr/>
          </p:nvSpPr>
          <p:spPr>
            <a:xfrm>
              <a:off x="223679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3" name="Google Shape;273;p17"/>
            <p:cNvSpPr/>
            <p:nvPr/>
          </p:nvSpPr>
          <p:spPr>
            <a:xfrm flipH="1" rot="5400000">
              <a:off x="-69604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2" y="1035067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4" name="Google Shape;274;p17"/>
            <p:cNvSpPr/>
            <p:nvPr/>
          </p:nvSpPr>
          <p:spPr>
            <a:xfrm flipH="1" rot="5400000">
              <a:off x="-69604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5" name="Google Shape;275;p17"/>
            <p:cNvSpPr/>
            <p:nvPr/>
          </p:nvSpPr>
          <p:spPr>
            <a:xfrm flipH="1" rot="5400000">
              <a:off x="-69604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6" name="Google Shape;276;p17"/>
            <p:cNvSpPr/>
            <p:nvPr/>
          </p:nvSpPr>
          <p:spPr>
            <a:xfrm flipH="1" rot="5400000">
              <a:off x="2305885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1" y="1035067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7" name="Google Shape;277;p17"/>
            <p:cNvSpPr/>
            <p:nvPr/>
          </p:nvSpPr>
          <p:spPr>
            <a:xfrm flipH="1" rot="5400000">
              <a:off x="2305885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8" name="Google Shape;278;p17"/>
            <p:cNvSpPr/>
            <p:nvPr/>
          </p:nvSpPr>
          <p:spPr>
            <a:xfrm flipH="1" rot="5400000">
              <a:off x="2305885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9" name="Google Shape;279;p17"/>
            <p:cNvSpPr/>
            <p:nvPr/>
          </p:nvSpPr>
          <p:spPr>
            <a:xfrm>
              <a:off x="539443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0" name="Google Shape;280;p17"/>
            <p:cNvSpPr/>
            <p:nvPr/>
          </p:nvSpPr>
          <p:spPr>
            <a:xfrm>
              <a:off x="7316241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1" name="Google Shape;281;p17"/>
            <p:cNvSpPr/>
            <p:nvPr/>
          </p:nvSpPr>
          <p:spPr>
            <a:xfrm>
              <a:off x="7632005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2" name="Google Shape;282;p17"/>
            <p:cNvSpPr/>
            <p:nvPr/>
          </p:nvSpPr>
          <p:spPr>
            <a:xfrm>
              <a:off x="3769960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3" name="Google Shape;283;p17"/>
            <p:cNvSpPr/>
            <p:nvPr/>
          </p:nvSpPr>
          <p:spPr>
            <a:xfrm>
              <a:off x="4085724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4" name="Google Shape;284;p17"/>
            <p:cNvSpPr/>
            <p:nvPr/>
          </p:nvSpPr>
          <p:spPr>
            <a:xfrm>
              <a:off x="10862522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5" name="Google Shape;285;p17"/>
            <p:cNvSpPr/>
            <p:nvPr/>
          </p:nvSpPr>
          <p:spPr>
            <a:xfrm>
              <a:off x="1117828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6" name="Google Shape;286;p17"/>
            <p:cNvSpPr/>
            <p:nvPr/>
          </p:nvSpPr>
          <p:spPr>
            <a:xfrm>
              <a:off x="14408803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7" name="Google Shape;287;p17"/>
            <p:cNvSpPr/>
            <p:nvPr/>
          </p:nvSpPr>
          <p:spPr>
            <a:xfrm>
              <a:off x="1472456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8" name="Google Shape;288;p17"/>
            <p:cNvSpPr/>
            <p:nvPr/>
          </p:nvSpPr>
          <p:spPr>
            <a:xfrm>
              <a:off x="17955084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9" name="Google Shape;289;p17"/>
            <p:cNvSpPr/>
            <p:nvPr/>
          </p:nvSpPr>
          <p:spPr>
            <a:xfrm>
              <a:off x="18270847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0" name="Google Shape;290;p17"/>
            <p:cNvSpPr/>
            <p:nvPr/>
          </p:nvSpPr>
          <p:spPr>
            <a:xfrm>
              <a:off x="21501365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1" name="Google Shape;291;p17"/>
            <p:cNvSpPr/>
            <p:nvPr/>
          </p:nvSpPr>
          <p:spPr>
            <a:xfrm>
              <a:off x="21817128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292" name="Google Shape;292;p17"/>
            <p:cNvGrpSpPr/>
            <p:nvPr/>
          </p:nvGrpSpPr>
          <p:grpSpPr>
            <a:xfrm rot="-2700000">
              <a:off x="-402358" y="11312145"/>
              <a:ext cx="2458813" cy="1230607"/>
              <a:chOff x="0" y="-133350"/>
              <a:chExt cx="485691" cy="243082"/>
            </a:xfrm>
          </p:grpSpPr>
          <p:sp>
            <p:nvSpPr>
              <p:cNvPr id="293" name="Google Shape;293;p17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294" name="Google Shape;294;p17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5" name="Google Shape;295;p17"/>
            <p:cNvGrpSpPr/>
            <p:nvPr/>
          </p:nvGrpSpPr>
          <p:grpSpPr>
            <a:xfrm rot="-2700000">
              <a:off x="23327660" y="11312145"/>
              <a:ext cx="2458813" cy="1230607"/>
              <a:chOff x="0" y="-133350"/>
              <a:chExt cx="485691" cy="243082"/>
            </a:xfrm>
          </p:grpSpPr>
          <p:sp>
            <p:nvSpPr>
              <p:cNvPr id="296" name="Google Shape;296;p17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297" name="Google Shape;297;p17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8" name="Google Shape;298;p17"/>
          <p:cNvSpPr/>
          <p:nvPr/>
        </p:nvSpPr>
        <p:spPr>
          <a:xfrm>
            <a:off x="435575" y="352350"/>
            <a:ext cx="17417100" cy="9582300"/>
          </a:xfrm>
          <a:prstGeom prst="roundRect">
            <a:avLst>
              <a:gd fmla="val 4126" name="adj"/>
            </a:avLst>
          </a:prstGeom>
          <a:solidFill>
            <a:schemeClr val="lt1"/>
          </a:solidFill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8563" y="3631624"/>
            <a:ext cx="1588550" cy="13471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7"/>
          <p:cNvSpPr txBox="1"/>
          <p:nvPr/>
        </p:nvSpPr>
        <p:spPr>
          <a:xfrm>
            <a:off x="10192894" y="6470958"/>
            <a:ext cx="5795100" cy="15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236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Tests online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  <a:p>
            <a:pPr indent="-368236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Vídeos educatius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  <a:p>
            <a:pPr indent="-368236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Classes virtuals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  <a:p>
            <a:pPr indent="-368236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Gestió d’usuaris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01" name="Google Shape;301;p17"/>
          <p:cNvSpPr txBox="1"/>
          <p:nvPr/>
        </p:nvSpPr>
        <p:spPr>
          <a:xfrm>
            <a:off x="2125267" y="6470958"/>
            <a:ext cx="5795100" cy="19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236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HTML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  <a:p>
            <a:pPr indent="-368236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CSS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  <a:p>
            <a:pPr indent="-368236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JavaScript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  <a:p>
            <a:pPr indent="-368236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PHP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  <a:p>
            <a:pPr indent="-368236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MySQL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12177275" y="3393374"/>
            <a:ext cx="1826373" cy="1826373"/>
          </a:xfrm>
          <a:custGeom>
            <a:rect b="b" l="l" r="r" t="t"/>
            <a:pathLst>
              <a:path extrusionOk="0" h="1826373" w="1826373">
                <a:moveTo>
                  <a:pt x="0" y="0"/>
                </a:moveTo>
                <a:lnTo>
                  <a:pt x="1826372" y="0"/>
                </a:lnTo>
                <a:lnTo>
                  <a:pt x="1826372" y="1826372"/>
                </a:lnTo>
                <a:lnTo>
                  <a:pt x="0" y="1826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17"/>
          <p:cNvSpPr txBox="1"/>
          <p:nvPr/>
        </p:nvSpPr>
        <p:spPr>
          <a:xfrm>
            <a:off x="798308" y="1160195"/>
            <a:ext cx="166914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>
                <a:latin typeface="Archivo Black"/>
                <a:ea typeface="Archivo Black"/>
                <a:cs typeface="Archivo Black"/>
                <a:sym typeface="Archivo Black"/>
              </a:rPr>
              <a:t>Solució tècnica</a:t>
            </a:r>
            <a:endParaRPr/>
          </a:p>
        </p:txBody>
      </p:sp>
      <p:sp>
        <p:nvSpPr>
          <p:cNvPr id="304" name="Google Shape;304;p17"/>
          <p:cNvSpPr txBox="1"/>
          <p:nvPr/>
        </p:nvSpPr>
        <p:spPr>
          <a:xfrm>
            <a:off x="3737452" y="5352719"/>
            <a:ext cx="25707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Tecnologies utilitzades:</a:t>
            </a:r>
            <a:endParaRPr/>
          </a:p>
        </p:txBody>
      </p:sp>
      <p:sp>
        <p:nvSpPr>
          <p:cNvPr id="305" name="Google Shape;305;p17"/>
          <p:cNvSpPr txBox="1"/>
          <p:nvPr/>
        </p:nvSpPr>
        <p:spPr>
          <a:xfrm>
            <a:off x="11547582" y="5352719"/>
            <a:ext cx="30858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Funcionalitats principals:</a:t>
            </a:r>
            <a:endParaRPr/>
          </a:p>
        </p:txBody>
      </p:sp>
      <p:pic>
        <p:nvPicPr>
          <p:cNvPr id="306" name="Google Shape;30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79863" y="7805475"/>
            <a:ext cx="8808813" cy="33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16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18"/>
          <p:cNvGrpSpPr/>
          <p:nvPr/>
        </p:nvGrpSpPr>
        <p:grpSpPr>
          <a:xfrm>
            <a:off x="-1020021" y="0"/>
            <a:ext cx="19795319" cy="10321957"/>
            <a:chOff x="-477358" y="0"/>
            <a:chExt cx="26393758" cy="13762609"/>
          </a:xfrm>
        </p:grpSpPr>
        <p:sp>
          <p:nvSpPr>
            <p:cNvPr id="312" name="Google Shape;312;p18"/>
            <p:cNvSpPr/>
            <p:nvPr/>
          </p:nvSpPr>
          <p:spPr>
            <a:xfrm>
              <a:off x="223679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3" name="Google Shape;313;p18"/>
            <p:cNvSpPr/>
            <p:nvPr/>
          </p:nvSpPr>
          <p:spPr>
            <a:xfrm flipH="1" rot="5400000">
              <a:off x="-69604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2" y="1035067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4" name="Google Shape;314;p18"/>
            <p:cNvSpPr/>
            <p:nvPr/>
          </p:nvSpPr>
          <p:spPr>
            <a:xfrm flipH="1" rot="5400000">
              <a:off x="-69604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5" name="Google Shape;315;p18"/>
            <p:cNvSpPr/>
            <p:nvPr/>
          </p:nvSpPr>
          <p:spPr>
            <a:xfrm flipH="1" rot="5400000">
              <a:off x="-69604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6" name="Google Shape;316;p18"/>
            <p:cNvSpPr/>
            <p:nvPr/>
          </p:nvSpPr>
          <p:spPr>
            <a:xfrm flipH="1" rot="5400000">
              <a:off x="2305885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1" y="1035067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7" name="Google Shape;317;p18"/>
            <p:cNvSpPr/>
            <p:nvPr/>
          </p:nvSpPr>
          <p:spPr>
            <a:xfrm flipH="1" rot="5400000">
              <a:off x="2305885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8" name="Google Shape;318;p18"/>
            <p:cNvSpPr/>
            <p:nvPr/>
          </p:nvSpPr>
          <p:spPr>
            <a:xfrm flipH="1" rot="5400000">
              <a:off x="2305885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9" name="Google Shape;319;p18"/>
            <p:cNvSpPr/>
            <p:nvPr/>
          </p:nvSpPr>
          <p:spPr>
            <a:xfrm>
              <a:off x="539443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0" name="Google Shape;320;p18"/>
            <p:cNvSpPr/>
            <p:nvPr/>
          </p:nvSpPr>
          <p:spPr>
            <a:xfrm>
              <a:off x="7316241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1" name="Google Shape;321;p18"/>
            <p:cNvSpPr/>
            <p:nvPr/>
          </p:nvSpPr>
          <p:spPr>
            <a:xfrm>
              <a:off x="7632005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2" name="Google Shape;322;p18"/>
            <p:cNvSpPr/>
            <p:nvPr/>
          </p:nvSpPr>
          <p:spPr>
            <a:xfrm>
              <a:off x="3769960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3" name="Google Shape;323;p18"/>
            <p:cNvSpPr/>
            <p:nvPr/>
          </p:nvSpPr>
          <p:spPr>
            <a:xfrm>
              <a:off x="4085724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4" name="Google Shape;324;p18"/>
            <p:cNvSpPr/>
            <p:nvPr/>
          </p:nvSpPr>
          <p:spPr>
            <a:xfrm>
              <a:off x="10862522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5" name="Google Shape;325;p18"/>
            <p:cNvSpPr/>
            <p:nvPr/>
          </p:nvSpPr>
          <p:spPr>
            <a:xfrm>
              <a:off x="1117828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6" name="Google Shape;326;p18"/>
            <p:cNvSpPr/>
            <p:nvPr/>
          </p:nvSpPr>
          <p:spPr>
            <a:xfrm>
              <a:off x="14408803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7" name="Google Shape;327;p18"/>
            <p:cNvSpPr/>
            <p:nvPr/>
          </p:nvSpPr>
          <p:spPr>
            <a:xfrm>
              <a:off x="1472456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8" name="Google Shape;328;p18"/>
            <p:cNvSpPr/>
            <p:nvPr/>
          </p:nvSpPr>
          <p:spPr>
            <a:xfrm>
              <a:off x="17955084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9" name="Google Shape;329;p18"/>
            <p:cNvSpPr/>
            <p:nvPr/>
          </p:nvSpPr>
          <p:spPr>
            <a:xfrm>
              <a:off x="18270847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30" name="Google Shape;330;p18"/>
            <p:cNvSpPr/>
            <p:nvPr/>
          </p:nvSpPr>
          <p:spPr>
            <a:xfrm>
              <a:off x="21501365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31" name="Google Shape;331;p18"/>
            <p:cNvSpPr/>
            <p:nvPr/>
          </p:nvSpPr>
          <p:spPr>
            <a:xfrm>
              <a:off x="21817128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332" name="Google Shape;332;p18"/>
            <p:cNvGrpSpPr/>
            <p:nvPr/>
          </p:nvGrpSpPr>
          <p:grpSpPr>
            <a:xfrm rot="-2700000">
              <a:off x="-402358" y="11312145"/>
              <a:ext cx="2458813" cy="1230607"/>
              <a:chOff x="0" y="-133350"/>
              <a:chExt cx="485691" cy="243082"/>
            </a:xfrm>
          </p:grpSpPr>
          <p:sp>
            <p:nvSpPr>
              <p:cNvPr id="333" name="Google Shape;333;p18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334" name="Google Shape;334;p18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5" name="Google Shape;335;p18"/>
            <p:cNvGrpSpPr/>
            <p:nvPr/>
          </p:nvGrpSpPr>
          <p:grpSpPr>
            <a:xfrm rot="-2700000">
              <a:off x="23327660" y="11312145"/>
              <a:ext cx="2458813" cy="1230607"/>
              <a:chOff x="0" y="-133350"/>
              <a:chExt cx="485691" cy="243082"/>
            </a:xfrm>
          </p:grpSpPr>
          <p:sp>
            <p:nvSpPr>
              <p:cNvPr id="336" name="Google Shape;336;p18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337" name="Google Shape;337;p18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8" name="Google Shape;338;p18"/>
          <p:cNvSpPr/>
          <p:nvPr/>
        </p:nvSpPr>
        <p:spPr>
          <a:xfrm>
            <a:off x="435575" y="352350"/>
            <a:ext cx="17417100" cy="9582300"/>
          </a:xfrm>
          <a:prstGeom prst="roundRect">
            <a:avLst>
              <a:gd fmla="val 4126" name="adj"/>
            </a:avLst>
          </a:prstGeom>
          <a:solidFill>
            <a:schemeClr val="lt1"/>
          </a:solidFill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 txBox="1"/>
          <p:nvPr/>
        </p:nvSpPr>
        <p:spPr>
          <a:xfrm>
            <a:off x="2611071" y="4265696"/>
            <a:ext cx="26022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Router</a:t>
            </a:r>
            <a:endParaRPr/>
          </a:p>
        </p:txBody>
      </p:sp>
      <p:sp>
        <p:nvSpPr>
          <p:cNvPr id="340" name="Google Shape;340;p18"/>
          <p:cNvSpPr/>
          <p:nvPr/>
        </p:nvSpPr>
        <p:spPr>
          <a:xfrm>
            <a:off x="8368731" y="2652170"/>
            <a:ext cx="1550538" cy="1543487"/>
          </a:xfrm>
          <a:custGeom>
            <a:rect b="b" l="l" r="r" t="t"/>
            <a:pathLst>
              <a:path extrusionOk="0" h="1543487" w="1550538">
                <a:moveTo>
                  <a:pt x="0" y="0"/>
                </a:moveTo>
                <a:lnTo>
                  <a:pt x="1550538" y="0"/>
                </a:lnTo>
                <a:lnTo>
                  <a:pt x="1550538" y="1543486"/>
                </a:lnTo>
                <a:lnTo>
                  <a:pt x="0" y="15434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1976" l="0" r="0" t="0"/>
            </a:stretch>
          </a:blipFill>
          <a:ln>
            <a:noFill/>
          </a:ln>
        </p:spPr>
      </p:sp>
      <p:sp>
        <p:nvSpPr>
          <p:cNvPr id="341" name="Google Shape;341;p18"/>
          <p:cNvSpPr/>
          <p:nvPr/>
        </p:nvSpPr>
        <p:spPr>
          <a:xfrm>
            <a:off x="3148686" y="2597649"/>
            <a:ext cx="1526832" cy="1598007"/>
          </a:xfrm>
          <a:custGeom>
            <a:rect b="b" l="l" r="r" t="t"/>
            <a:pathLst>
              <a:path extrusionOk="0" h="1598007" w="1526832">
                <a:moveTo>
                  <a:pt x="0" y="0"/>
                </a:moveTo>
                <a:lnTo>
                  <a:pt x="1526832" y="0"/>
                </a:lnTo>
                <a:lnTo>
                  <a:pt x="1526832" y="1598007"/>
                </a:lnTo>
                <a:lnTo>
                  <a:pt x="0" y="15980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2" name="Google Shape;342;p18"/>
          <p:cNvSpPr/>
          <p:nvPr/>
        </p:nvSpPr>
        <p:spPr>
          <a:xfrm>
            <a:off x="8380584" y="6134637"/>
            <a:ext cx="1526832" cy="1526832"/>
          </a:xfrm>
          <a:custGeom>
            <a:rect b="b" l="l" r="r" t="t"/>
            <a:pathLst>
              <a:path extrusionOk="0" h="1526832" w="1526832">
                <a:moveTo>
                  <a:pt x="0" y="0"/>
                </a:moveTo>
                <a:lnTo>
                  <a:pt x="1526832" y="0"/>
                </a:lnTo>
                <a:lnTo>
                  <a:pt x="1526832" y="1526832"/>
                </a:lnTo>
                <a:lnTo>
                  <a:pt x="0" y="1526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18"/>
          <p:cNvSpPr/>
          <p:nvPr/>
        </p:nvSpPr>
        <p:spPr>
          <a:xfrm>
            <a:off x="13612482" y="6134637"/>
            <a:ext cx="1526832" cy="1526832"/>
          </a:xfrm>
          <a:custGeom>
            <a:rect b="b" l="l" r="r" t="t"/>
            <a:pathLst>
              <a:path extrusionOk="0" h="1526832" w="1526832">
                <a:moveTo>
                  <a:pt x="0" y="0"/>
                </a:moveTo>
                <a:lnTo>
                  <a:pt x="1526832" y="0"/>
                </a:lnTo>
                <a:lnTo>
                  <a:pt x="1526832" y="1526832"/>
                </a:lnTo>
                <a:lnTo>
                  <a:pt x="0" y="1526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18"/>
          <p:cNvSpPr txBox="1"/>
          <p:nvPr/>
        </p:nvSpPr>
        <p:spPr>
          <a:xfrm>
            <a:off x="1028700" y="866775"/>
            <a:ext cx="1623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99">
                <a:latin typeface="Archivo Black"/>
                <a:ea typeface="Archivo Black"/>
                <a:cs typeface="Archivo Black"/>
                <a:sym typeface="Archivo Black"/>
              </a:rPr>
              <a:t>Infraestructura del sistema</a:t>
            </a:r>
            <a:endParaRPr/>
          </a:p>
        </p:txBody>
      </p:sp>
      <p:sp>
        <p:nvSpPr>
          <p:cNvPr id="345" name="Google Shape;345;p18"/>
          <p:cNvSpPr txBox="1"/>
          <p:nvPr/>
        </p:nvSpPr>
        <p:spPr>
          <a:xfrm>
            <a:off x="2611071" y="7793504"/>
            <a:ext cx="26022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NAS</a:t>
            </a:r>
            <a:endParaRPr/>
          </a:p>
        </p:txBody>
      </p:sp>
      <p:sp>
        <p:nvSpPr>
          <p:cNvPr id="346" name="Google Shape;346;p18"/>
          <p:cNvSpPr txBox="1"/>
          <p:nvPr/>
        </p:nvSpPr>
        <p:spPr>
          <a:xfrm>
            <a:off x="13074867" y="7793504"/>
            <a:ext cx="26022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SAI</a:t>
            </a:r>
            <a:endParaRPr/>
          </a:p>
        </p:txBody>
      </p:sp>
      <p:sp>
        <p:nvSpPr>
          <p:cNvPr id="347" name="Google Shape;347;p18"/>
          <p:cNvSpPr txBox="1"/>
          <p:nvPr/>
        </p:nvSpPr>
        <p:spPr>
          <a:xfrm>
            <a:off x="13072399" y="4265696"/>
            <a:ext cx="26022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Base de dades</a:t>
            </a:r>
            <a:endParaRPr b="1" sz="3036">
              <a:latin typeface="Overpass Black"/>
              <a:ea typeface="Overpass Black"/>
              <a:cs typeface="Overpass Black"/>
              <a:sym typeface="Overpass Black"/>
            </a:endParaRPr>
          </a:p>
        </p:txBody>
      </p:sp>
      <p:sp>
        <p:nvSpPr>
          <p:cNvPr id="348" name="Google Shape;348;p18"/>
          <p:cNvSpPr txBox="1"/>
          <p:nvPr/>
        </p:nvSpPr>
        <p:spPr>
          <a:xfrm>
            <a:off x="7842969" y="7793504"/>
            <a:ext cx="26022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Access Points Wi-Fi</a:t>
            </a:r>
            <a:endParaRPr b="1" sz="3036">
              <a:latin typeface="Overpass Black"/>
              <a:ea typeface="Overpass Black"/>
              <a:cs typeface="Overpass Black"/>
              <a:sym typeface="Overpass Black"/>
            </a:endParaRPr>
          </a:p>
        </p:txBody>
      </p:sp>
      <p:sp>
        <p:nvSpPr>
          <p:cNvPr id="349" name="Google Shape;349;p18"/>
          <p:cNvSpPr txBox="1"/>
          <p:nvPr/>
        </p:nvSpPr>
        <p:spPr>
          <a:xfrm>
            <a:off x="7842969" y="4265696"/>
            <a:ext cx="26022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Servidor web</a:t>
            </a:r>
            <a:endParaRPr b="1" sz="3036">
              <a:latin typeface="Overpass Black"/>
              <a:ea typeface="Overpass Black"/>
              <a:cs typeface="Overpass Black"/>
              <a:sym typeface="Overpass Black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13610015" y="2633237"/>
            <a:ext cx="1526832" cy="1526832"/>
          </a:xfrm>
          <a:custGeom>
            <a:rect b="b" l="l" r="r" t="t"/>
            <a:pathLst>
              <a:path extrusionOk="0" h="1526832" w="1526832">
                <a:moveTo>
                  <a:pt x="0" y="0"/>
                </a:moveTo>
                <a:lnTo>
                  <a:pt x="1526832" y="0"/>
                </a:lnTo>
                <a:lnTo>
                  <a:pt x="1526832" y="1526832"/>
                </a:lnTo>
                <a:lnTo>
                  <a:pt x="0" y="1526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1" name="Google Shape;351;p18"/>
          <p:cNvSpPr/>
          <p:nvPr/>
        </p:nvSpPr>
        <p:spPr>
          <a:xfrm>
            <a:off x="3121426" y="6107377"/>
            <a:ext cx="1581353" cy="1581353"/>
          </a:xfrm>
          <a:custGeom>
            <a:rect b="b" l="l" r="r" t="t"/>
            <a:pathLst>
              <a:path extrusionOk="0" h="1581353" w="1581353">
                <a:moveTo>
                  <a:pt x="0" y="0"/>
                </a:moveTo>
                <a:lnTo>
                  <a:pt x="1581352" y="0"/>
                </a:lnTo>
                <a:lnTo>
                  <a:pt x="1581352" y="1581352"/>
                </a:lnTo>
                <a:lnTo>
                  <a:pt x="0" y="1581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16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19"/>
          <p:cNvGrpSpPr/>
          <p:nvPr/>
        </p:nvGrpSpPr>
        <p:grpSpPr>
          <a:xfrm>
            <a:off x="-1020021" y="0"/>
            <a:ext cx="19795319" cy="10321957"/>
            <a:chOff x="-477358" y="0"/>
            <a:chExt cx="26393758" cy="13762609"/>
          </a:xfrm>
        </p:grpSpPr>
        <p:sp>
          <p:nvSpPr>
            <p:cNvPr id="357" name="Google Shape;357;p19"/>
            <p:cNvSpPr/>
            <p:nvPr/>
          </p:nvSpPr>
          <p:spPr>
            <a:xfrm>
              <a:off x="223679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8" name="Google Shape;358;p19"/>
            <p:cNvSpPr/>
            <p:nvPr/>
          </p:nvSpPr>
          <p:spPr>
            <a:xfrm flipH="1" rot="5400000">
              <a:off x="-69604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2" y="1035067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9" name="Google Shape;359;p19"/>
            <p:cNvSpPr/>
            <p:nvPr/>
          </p:nvSpPr>
          <p:spPr>
            <a:xfrm flipH="1" rot="5400000">
              <a:off x="-69604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0" name="Google Shape;360;p19"/>
            <p:cNvSpPr/>
            <p:nvPr/>
          </p:nvSpPr>
          <p:spPr>
            <a:xfrm flipH="1" rot="5400000">
              <a:off x="-69604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1" name="Google Shape;361;p19"/>
            <p:cNvSpPr/>
            <p:nvPr/>
          </p:nvSpPr>
          <p:spPr>
            <a:xfrm flipH="1" rot="5400000">
              <a:off x="2305885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1" y="1035067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2" name="Google Shape;362;p19"/>
            <p:cNvSpPr/>
            <p:nvPr/>
          </p:nvSpPr>
          <p:spPr>
            <a:xfrm flipH="1" rot="5400000">
              <a:off x="2305885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3" name="Google Shape;363;p19"/>
            <p:cNvSpPr/>
            <p:nvPr/>
          </p:nvSpPr>
          <p:spPr>
            <a:xfrm flipH="1" rot="5400000">
              <a:off x="2305885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4" name="Google Shape;364;p19"/>
            <p:cNvSpPr/>
            <p:nvPr/>
          </p:nvSpPr>
          <p:spPr>
            <a:xfrm>
              <a:off x="539443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5" name="Google Shape;365;p19"/>
            <p:cNvSpPr/>
            <p:nvPr/>
          </p:nvSpPr>
          <p:spPr>
            <a:xfrm>
              <a:off x="7316241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6" name="Google Shape;366;p19"/>
            <p:cNvSpPr/>
            <p:nvPr/>
          </p:nvSpPr>
          <p:spPr>
            <a:xfrm>
              <a:off x="7632005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7" name="Google Shape;367;p19"/>
            <p:cNvSpPr/>
            <p:nvPr/>
          </p:nvSpPr>
          <p:spPr>
            <a:xfrm>
              <a:off x="3769960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8" name="Google Shape;368;p19"/>
            <p:cNvSpPr/>
            <p:nvPr/>
          </p:nvSpPr>
          <p:spPr>
            <a:xfrm>
              <a:off x="4085724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9" name="Google Shape;369;p19"/>
            <p:cNvSpPr/>
            <p:nvPr/>
          </p:nvSpPr>
          <p:spPr>
            <a:xfrm>
              <a:off x="10862522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0" name="Google Shape;370;p19"/>
            <p:cNvSpPr/>
            <p:nvPr/>
          </p:nvSpPr>
          <p:spPr>
            <a:xfrm>
              <a:off x="1117828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1" name="Google Shape;371;p19"/>
            <p:cNvSpPr/>
            <p:nvPr/>
          </p:nvSpPr>
          <p:spPr>
            <a:xfrm>
              <a:off x="14408803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2" name="Google Shape;372;p19"/>
            <p:cNvSpPr/>
            <p:nvPr/>
          </p:nvSpPr>
          <p:spPr>
            <a:xfrm>
              <a:off x="1472456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3" name="Google Shape;373;p19"/>
            <p:cNvSpPr/>
            <p:nvPr/>
          </p:nvSpPr>
          <p:spPr>
            <a:xfrm>
              <a:off x="17955084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4" name="Google Shape;374;p19"/>
            <p:cNvSpPr/>
            <p:nvPr/>
          </p:nvSpPr>
          <p:spPr>
            <a:xfrm>
              <a:off x="18270847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5" name="Google Shape;375;p19"/>
            <p:cNvSpPr/>
            <p:nvPr/>
          </p:nvSpPr>
          <p:spPr>
            <a:xfrm>
              <a:off x="21501365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6" name="Google Shape;376;p19"/>
            <p:cNvSpPr/>
            <p:nvPr/>
          </p:nvSpPr>
          <p:spPr>
            <a:xfrm>
              <a:off x="21817128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377" name="Google Shape;377;p19"/>
            <p:cNvGrpSpPr/>
            <p:nvPr/>
          </p:nvGrpSpPr>
          <p:grpSpPr>
            <a:xfrm rot="-2700000">
              <a:off x="-402358" y="11312145"/>
              <a:ext cx="2458813" cy="1230607"/>
              <a:chOff x="0" y="-133350"/>
              <a:chExt cx="485691" cy="243082"/>
            </a:xfrm>
          </p:grpSpPr>
          <p:sp>
            <p:nvSpPr>
              <p:cNvPr id="378" name="Google Shape;378;p19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379" name="Google Shape;379;p19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0" name="Google Shape;380;p19"/>
            <p:cNvGrpSpPr/>
            <p:nvPr/>
          </p:nvGrpSpPr>
          <p:grpSpPr>
            <a:xfrm rot="-2700000">
              <a:off x="23327660" y="11312145"/>
              <a:ext cx="2458813" cy="1230607"/>
              <a:chOff x="0" y="-133350"/>
              <a:chExt cx="485691" cy="243082"/>
            </a:xfrm>
          </p:grpSpPr>
          <p:sp>
            <p:nvSpPr>
              <p:cNvPr id="381" name="Google Shape;381;p19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382" name="Google Shape;382;p19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3" name="Google Shape;383;p19"/>
          <p:cNvSpPr/>
          <p:nvPr/>
        </p:nvSpPr>
        <p:spPr>
          <a:xfrm>
            <a:off x="435575" y="352350"/>
            <a:ext cx="17417100" cy="9582300"/>
          </a:xfrm>
          <a:prstGeom prst="roundRect">
            <a:avLst>
              <a:gd fmla="val 4126" name="adj"/>
            </a:avLst>
          </a:prstGeom>
          <a:solidFill>
            <a:schemeClr val="lt1"/>
          </a:solidFill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90188" y="464363"/>
            <a:ext cx="3729900" cy="3729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9"/>
          <p:cNvSpPr/>
          <p:nvPr/>
        </p:nvSpPr>
        <p:spPr>
          <a:xfrm rot="-447017">
            <a:off x="929111" y="1011935"/>
            <a:ext cx="2706870" cy="2367156"/>
          </a:xfrm>
          <a:custGeom>
            <a:rect b="b" l="l" r="r" t="t"/>
            <a:pathLst>
              <a:path extrusionOk="0" h="2367156" w="2706870">
                <a:moveTo>
                  <a:pt x="0" y="0"/>
                </a:moveTo>
                <a:lnTo>
                  <a:pt x="2706870" y="0"/>
                </a:lnTo>
                <a:lnTo>
                  <a:pt x="2706870" y="2367155"/>
                </a:lnTo>
                <a:lnTo>
                  <a:pt x="0" y="2367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6" name="Google Shape;386;p19"/>
          <p:cNvSpPr txBox="1"/>
          <p:nvPr/>
        </p:nvSpPr>
        <p:spPr>
          <a:xfrm>
            <a:off x="4284353" y="981075"/>
            <a:ext cx="97194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latin typeface="Archivo Black"/>
                <a:ea typeface="Archivo Black"/>
                <a:cs typeface="Archivo Black"/>
                <a:sym typeface="Archivo Black"/>
              </a:rPr>
              <a:t>Integració del sistema</a:t>
            </a:r>
            <a:endParaRPr/>
          </a:p>
        </p:txBody>
      </p:sp>
      <p:sp>
        <p:nvSpPr>
          <p:cNvPr id="387" name="Google Shape;387;p19"/>
          <p:cNvSpPr txBox="1"/>
          <p:nvPr/>
        </p:nvSpPr>
        <p:spPr>
          <a:xfrm>
            <a:off x="2282546" y="4085588"/>
            <a:ext cx="372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ERP integrat:</a:t>
            </a:r>
            <a:endParaRPr/>
          </a:p>
        </p:txBody>
      </p:sp>
      <p:sp>
        <p:nvSpPr>
          <p:cNvPr id="388" name="Google Shape;388;p19"/>
          <p:cNvSpPr txBox="1"/>
          <p:nvPr/>
        </p:nvSpPr>
        <p:spPr>
          <a:xfrm>
            <a:off x="12275703" y="4085588"/>
            <a:ext cx="3729900" cy="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Integració amb Google:</a:t>
            </a:r>
            <a:endParaRPr/>
          </a:p>
        </p:txBody>
      </p:sp>
      <p:sp>
        <p:nvSpPr>
          <p:cNvPr id="389" name="Google Shape;389;p19"/>
          <p:cNvSpPr txBox="1"/>
          <p:nvPr/>
        </p:nvSpPr>
        <p:spPr>
          <a:xfrm>
            <a:off x="2007106" y="5203827"/>
            <a:ext cx="4280700" cy="20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236" lvl="0" marL="45720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Gestió d’alumnes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  <a:p>
            <a:pPr indent="-368236" lvl="0" marL="45720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Professors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  <a:p>
            <a:pPr indent="-368236" lvl="0" marL="45720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Pagaments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  <a:p>
            <a:pPr indent="-368236" lvl="0" marL="45720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Calendaris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  <a:p>
            <a:pPr indent="-368236" lvl="0" marL="45720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Seguiment acadèmic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90" name="Google Shape;390;p19"/>
          <p:cNvSpPr txBox="1"/>
          <p:nvPr/>
        </p:nvSpPr>
        <p:spPr>
          <a:xfrm>
            <a:off x="12000263" y="5203827"/>
            <a:ext cx="42807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236" lvl="0" marL="45720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Google Meet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  <a:p>
            <a:pPr indent="-368236" lvl="0" marL="45720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Google Calendar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391" name="Google Shape;39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22463" y="3855156"/>
            <a:ext cx="2843150" cy="8516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16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oogle Shape;396;p20"/>
          <p:cNvGrpSpPr/>
          <p:nvPr/>
        </p:nvGrpSpPr>
        <p:grpSpPr>
          <a:xfrm>
            <a:off x="-1020021" y="0"/>
            <a:ext cx="19795319" cy="10321957"/>
            <a:chOff x="-477358" y="0"/>
            <a:chExt cx="26393758" cy="13762609"/>
          </a:xfrm>
        </p:grpSpPr>
        <p:sp>
          <p:nvSpPr>
            <p:cNvPr id="397" name="Google Shape;397;p20"/>
            <p:cNvSpPr/>
            <p:nvPr/>
          </p:nvSpPr>
          <p:spPr>
            <a:xfrm>
              <a:off x="223679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98" name="Google Shape;398;p20"/>
            <p:cNvSpPr/>
            <p:nvPr/>
          </p:nvSpPr>
          <p:spPr>
            <a:xfrm flipH="1" rot="5400000">
              <a:off x="-69604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2" y="1035067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99" name="Google Shape;399;p20"/>
            <p:cNvSpPr/>
            <p:nvPr/>
          </p:nvSpPr>
          <p:spPr>
            <a:xfrm flipH="1" rot="5400000">
              <a:off x="-69604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0" name="Google Shape;400;p20"/>
            <p:cNvSpPr/>
            <p:nvPr/>
          </p:nvSpPr>
          <p:spPr>
            <a:xfrm flipH="1" rot="5400000">
              <a:off x="-69604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1" name="Google Shape;401;p20"/>
            <p:cNvSpPr/>
            <p:nvPr/>
          </p:nvSpPr>
          <p:spPr>
            <a:xfrm flipH="1" rot="5400000">
              <a:off x="2305885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1" y="1035067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2" name="Google Shape;402;p20"/>
            <p:cNvSpPr/>
            <p:nvPr/>
          </p:nvSpPr>
          <p:spPr>
            <a:xfrm flipH="1" rot="5400000">
              <a:off x="2305885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3" name="Google Shape;403;p20"/>
            <p:cNvSpPr/>
            <p:nvPr/>
          </p:nvSpPr>
          <p:spPr>
            <a:xfrm flipH="1" rot="5400000">
              <a:off x="2305885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4" name="Google Shape;404;p20"/>
            <p:cNvSpPr/>
            <p:nvPr/>
          </p:nvSpPr>
          <p:spPr>
            <a:xfrm>
              <a:off x="539443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5" name="Google Shape;405;p20"/>
            <p:cNvSpPr/>
            <p:nvPr/>
          </p:nvSpPr>
          <p:spPr>
            <a:xfrm>
              <a:off x="7316241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6" name="Google Shape;406;p20"/>
            <p:cNvSpPr/>
            <p:nvPr/>
          </p:nvSpPr>
          <p:spPr>
            <a:xfrm>
              <a:off x="7632005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7" name="Google Shape;407;p20"/>
            <p:cNvSpPr/>
            <p:nvPr/>
          </p:nvSpPr>
          <p:spPr>
            <a:xfrm>
              <a:off x="3769960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8" name="Google Shape;408;p20"/>
            <p:cNvSpPr/>
            <p:nvPr/>
          </p:nvSpPr>
          <p:spPr>
            <a:xfrm>
              <a:off x="4085724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9" name="Google Shape;409;p20"/>
            <p:cNvSpPr/>
            <p:nvPr/>
          </p:nvSpPr>
          <p:spPr>
            <a:xfrm>
              <a:off x="10862522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10" name="Google Shape;410;p20"/>
            <p:cNvSpPr/>
            <p:nvPr/>
          </p:nvSpPr>
          <p:spPr>
            <a:xfrm>
              <a:off x="1117828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11" name="Google Shape;411;p20"/>
            <p:cNvSpPr/>
            <p:nvPr/>
          </p:nvSpPr>
          <p:spPr>
            <a:xfrm>
              <a:off x="14408803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12" name="Google Shape;412;p20"/>
            <p:cNvSpPr/>
            <p:nvPr/>
          </p:nvSpPr>
          <p:spPr>
            <a:xfrm>
              <a:off x="1472456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13" name="Google Shape;413;p20"/>
            <p:cNvSpPr/>
            <p:nvPr/>
          </p:nvSpPr>
          <p:spPr>
            <a:xfrm>
              <a:off x="17955084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14" name="Google Shape;414;p20"/>
            <p:cNvSpPr/>
            <p:nvPr/>
          </p:nvSpPr>
          <p:spPr>
            <a:xfrm>
              <a:off x="18270847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15" name="Google Shape;415;p20"/>
            <p:cNvSpPr/>
            <p:nvPr/>
          </p:nvSpPr>
          <p:spPr>
            <a:xfrm>
              <a:off x="21501365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16" name="Google Shape;416;p20"/>
            <p:cNvSpPr/>
            <p:nvPr/>
          </p:nvSpPr>
          <p:spPr>
            <a:xfrm>
              <a:off x="21817128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417" name="Google Shape;417;p20"/>
            <p:cNvGrpSpPr/>
            <p:nvPr/>
          </p:nvGrpSpPr>
          <p:grpSpPr>
            <a:xfrm rot="-2700000">
              <a:off x="-402358" y="11312145"/>
              <a:ext cx="2458813" cy="1230607"/>
              <a:chOff x="0" y="-133350"/>
              <a:chExt cx="485691" cy="243082"/>
            </a:xfrm>
          </p:grpSpPr>
          <p:sp>
            <p:nvSpPr>
              <p:cNvPr id="418" name="Google Shape;418;p20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419" name="Google Shape;419;p20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0" name="Google Shape;420;p20"/>
            <p:cNvGrpSpPr/>
            <p:nvPr/>
          </p:nvGrpSpPr>
          <p:grpSpPr>
            <a:xfrm rot="-2700000">
              <a:off x="23327660" y="11312145"/>
              <a:ext cx="2458813" cy="1230607"/>
              <a:chOff x="0" y="-133350"/>
              <a:chExt cx="485691" cy="243082"/>
            </a:xfrm>
          </p:grpSpPr>
          <p:sp>
            <p:nvSpPr>
              <p:cNvPr id="421" name="Google Shape;421;p20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422" name="Google Shape;422;p20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3" name="Google Shape;423;p20"/>
          <p:cNvSpPr/>
          <p:nvPr/>
        </p:nvSpPr>
        <p:spPr>
          <a:xfrm>
            <a:off x="459388" y="352350"/>
            <a:ext cx="17417100" cy="9582300"/>
          </a:xfrm>
          <a:prstGeom prst="roundRect">
            <a:avLst>
              <a:gd fmla="val 4126" name="adj"/>
            </a:avLst>
          </a:prstGeom>
          <a:solidFill>
            <a:schemeClr val="lt1"/>
          </a:solidFill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4" name="Google Shape;424;p20"/>
          <p:cNvGrpSpPr/>
          <p:nvPr/>
        </p:nvGrpSpPr>
        <p:grpSpPr>
          <a:xfrm>
            <a:off x="2146504" y="2483493"/>
            <a:ext cx="2188412" cy="952708"/>
            <a:chOff x="0" y="-133350"/>
            <a:chExt cx="1158750" cy="504452"/>
          </a:xfrm>
        </p:grpSpPr>
        <p:sp>
          <p:nvSpPr>
            <p:cNvPr id="425" name="Google Shape;425;p20"/>
            <p:cNvSpPr/>
            <p:nvPr/>
          </p:nvSpPr>
          <p:spPr>
            <a:xfrm>
              <a:off x="0" y="0"/>
              <a:ext cx="1158750" cy="371102"/>
            </a:xfrm>
            <a:custGeom>
              <a:rect b="b" l="l" r="r" t="t"/>
              <a:pathLst>
                <a:path extrusionOk="0" h="371102" w="1158750">
                  <a:moveTo>
                    <a:pt x="0" y="0"/>
                  </a:moveTo>
                  <a:lnTo>
                    <a:pt x="1158750" y="0"/>
                  </a:lnTo>
                  <a:lnTo>
                    <a:pt x="1158750" y="371102"/>
                  </a:lnTo>
                  <a:lnTo>
                    <a:pt x="0" y="371102"/>
                  </a:lnTo>
                  <a:close/>
                </a:path>
              </a:pathLst>
            </a:custGeom>
            <a:solidFill>
              <a:srgbClr val="EE252F"/>
            </a:solidFill>
            <a:ln>
              <a:noFill/>
            </a:ln>
          </p:spPr>
        </p:sp>
        <p:sp>
          <p:nvSpPr>
            <p:cNvPr id="426" name="Google Shape;426;p20"/>
            <p:cNvSpPr txBox="1"/>
            <p:nvPr/>
          </p:nvSpPr>
          <p:spPr>
            <a:xfrm>
              <a:off x="0" y="-133350"/>
              <a:ext cx="1158750" cy="504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7" name="Google Shape;427;p20"/>
          <p:cNvSpPr txBox="1"/>
          <p:nvPr/>
        </p:nvSpPr>
        <p:spPr>
          <a:xfrm>
            <a:off x="2265287" y="2779681"/>
            <a:ext cx="19509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Fase 1</a:t>
            </a:r>
            <a:endParaRPr/>
          </a:p>
        </p:txBody>
      </p:sp>
      <p:grpSp>
        <p:nvGrpSpPr>
          <p:cNvPr id="428" name="Google Shape;428;p20"/>
          <p:cNvGrpSpPr/>
          <p:nvPr/>
        </p:nvGrpSpPr>
        <p:grpSpPr>
          <a:xfrm>
            <a:off x="7582512" y="2554931"/>
            <a:ext cx="2188699" cy="952988"/>
            <a:chOff x="0" y="-95524"/>
            <a:chExt cx="1158900" cy="504600"/>
          </a:xfrm>
        </p:grpSpPr>
        <p:sp>
          <p:nvSpPr>
            <p:cNvPr id="429" name="Google Shape;429;p20"/>
            <p:cNvSpPr/>
            <p:nvPr/>
          </p:nvSpPr>
          <p:spPr>
            <a:xfrm>
              <a:off x="0" y="0"/>
              <a:ext cx="1158750" cy="371102"/>
            </a:xfrm>
            <a:custGeom>
              <a:rect b="b" l="l" r="r" t="t"/>
              <a:pathLst>
                <a:path extrusionOk="0" h="371102" w="1158750">
                  <a:moveTo>
                    <a:pt x="0" y="0"/>
                  </a:moveTo>
                  <a:lnTo>
                    <a:pt x="1158750" y="0"/>
                  </a:lnTo>
                  <a:lnTo>
                    <a:pt x="1158750" y="371102"/>
                  </a:lnTo>
                  <a:lnTo>
                    <a:pt x="0" y="371102"/>
                  </a:lnTo>
                  <a:close/>
                </a:path>
              </a:pathLst>
            </a:custGeom>
            <a:solidFill>
              <a:srgbClr val="EE252F"/>
            </a:solidFill>
            <a:ln>
              <a:noFill/>
            </a:ln>
          </p:spPr>
        </p:sp>
        <p:sp>
          <p:nvSpPr>
            <p:cNvPr id="430" name="Google Shape;430;p20"/>
            <p:cNvSpPr txBox="1"/>
            <p:nvPr/>
          </p:nvSpPr>
          <p:spPr>
            <a:xfrm>
              <a:off x="0" y="-95524"/>
              <a:ext cx="1158900" cy="5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50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Fase 2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1" name="Google Shape;431;p20"/>
          <p:cNvGrpSpPr/>
          <p:nvPr/>
        </p:nvGrpSpPr>
        <p:grpSpPr>
          <a:xfrm>
            <a:off x="13291893" y="2483493"/>
            <a:ext cx="2188412" cy="952708"/>
            <a:chOff x="0" y="-133350"/>
            <a:chExt cx="1158750" cy="504452"/>
          </a:xfrm>
        </p:grpSpPr>
        <p:sp>
          <p:nvSpPr>
            <p:cNvPr id="432" name="Google Shape;432;p20"/>
            <p:cNvSpPr/>
            <p:nvPr/>
          </p:nvSpPr>
          <p:spPr>
            <a:xfrm>
              <a:off x="0" y="0"/>
              <a:ext cx="1158750" cy="371102"/>
            </a:xfrm>
            <a:custGeom>
              <a:rect b="b" l="l" r="r" t="t"/>
              <a:pathLst>
                <a:path extrusionOk="0" h="371102" w="1158750">
                  <a:moveTo>
                    <a:pt x="0" y="0"/>
                  </a:moveTo>
                  <a:lnTo>
                    <a:pt x="1158750" y="0"/>
                  </a:lnTo>
                  <a:lnTo>
                    <a:pt x="1158750" y="371102"/>
                  </a:lnTo>
                  <a:lnTo>
                    <a:pt x="0" y="371102"/>
                  </a:lnTo>
                  <a:close/>
                </a:path>
              </a:pathLst>
            </a:custGeom>
            <a:solidFill>
              <a:srgbClr val="EE252F"/>
            </a:solidFill>
            <a:ln>
              <a:noFill/>
            </a:ln>
          </p:spPr>
        </p:sp>
        <p:sp>
          <p:nvSpPr>
            <p:cNvPr id="433" name="Google Shape;433;p20"/>
            <p:cNvSpPr txBox="1"/>
            <p:nvPr/>
          </p:nvSpPr>
          <p:spPr>
            <a:xfrm>
              <a:off x="0" y="-133350"/>
              <a:ext cx="1158750" cy="504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4" name="Google Shape;434;p20"/>
          <p:cNvSpPr txBox="1"/>
          <p:nvPr/>
        </p:nvSpPr>
        <p:spPr>
          <a:xfrm>
            <a:off x="13410676" y="2779681"/>
            <a:ext cx="19509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Fase 3</a:t>
            </a:r>
            <a:endParaRPr/>
          </a:p>
        </p:txBody>
      </p:sp>
      <p:sp>
        <p:nvSpPr>
          <p:cNvPr id="435" name="Google Shape;435;p20"/>
          <p:cNvSpPr/>
          <p:nvPr/>
        </p:nvSpPr>
        <p:spPr>
          <a:xfrm>
            <a:off x="5297523" y="2735338"/>
            <a:ext cx="1322382" cy="700863"/>
          </a:xfrm>
          <a:custGeom>
            <a:rect b="b" l="l" r="r" t="t"/>
            <a:pathLst>
              <a:path extrusionOk="0" h="700863" w="1322382">
                <a:moveTo>
                  <a:pt x="0" y="0"/>
                </a:moveTo>
                <a:lnTo>
                  <a:pt x="1322382" y="0"/>
                </a:lnTo>
                <a:lnTo>
                  <a:pt x="1322382" y="700862"/>
                </a:lnTo>
                <a:lnTo>
                  <a:pt x="0" y="700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6" name="Google Shape;436;p20"/>
          <p:cNvSpPr/>
          <p:nvPr/>
        </p:nvSpPr>
        <p:spPr>
          <a:xfrm>
            <a:off x="10923401" y="2735338"/>
            <a:ext cx="1322382" cy="700863"/>
          </a:xfrm>
          <a:custGeom>
            <a:rect b="b" l="l" r="r" t="t"/>
            <a:pathLst>
              <a:path extrusionOk="0" h="700863" w="1322382">
                <a:moveTo>
                  <a:pt x="0" y="0"/>
                </a:moveTo>
                <a:lnTo>
                  <a:pt x="1322382" y="0"/>
                </a:lnTo>
                <a:lnTo>
                  <a:pt x="1322382" y="700862"/>
                </a:lnTo>
                <a:lnTo>
                  <a:pt x="0" y="700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7" name="Google Shape;437;p20"/>
          <p:cNvSpPr/>
          <p:nvPr/>
        </p:nvSpPr>
        <p:spPr>
          <a:xfrm>
            <a:off x="14386099" y="6411290"/>
            <a:ext cx="1728216" cy="6172200"/>
          </a:xfrm>
          <a:custGeom>
            <a:rect b="b" l="l" r="r" t="t"/>
            <a:pathLst>
              <a:path extrusionOk="0" h="6172200" w="1728216">
                <a:moveTo>
                  <a:pt x="0" y="0"/>
                </a:moveTo>
                <a:lnTo>
                  <a:pt x="1728216" y="0"/>
                </a:lnTo>
                <a:lnTo>
                  <a:pt x="1728216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8" name="Google Shape;438;p20"/>
          <p:cNvSpPr txBox="1"/>
          <p:nvPr/>
        </p:nvSpPr>
        <p:spPr>
          <a:xfrm>
            <a:off x="1966516" y="981075"/>
            <a:ext cx="14355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latin typeface="Archivo Black"/>
                <a:ea typeface="Archivo Black"/>
                <a:cs typeface="Archivo Black"/>
                <a:sym typeface="Archivo Black"/>
              </a:rPr>
              <a:t>Planificació del projecte</a:t>
            </a:r>
            <a:endParaRPr/>
          </a:p>
        </p:txBody>
      </p:sp>
      <p:sp>
        <p:nvSpPr>
          <p:cNvPr id="439" name="Google Shape;439;p20"/>
          <p:cNvSpPr txBox="1"/>
          <p:nvPr/>
        </p:nvSpPr>
        <p:spPr>
          <a:xfrm>
            <a:off x="1375834" y="3588965"/>
            <a:ext cx="372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Anàlisi i disseny</a:t>
            </a:r>
            <a:endParaRPr/>
          </a:p>
        </p:txBody>
      </p:sp>
      <p:sp>
        <p:nvSpPr>
          <p:cNvPr id="440" name="Google Shape;440;p20"/>
          <p:cNvSpPr txBox="1"/>
          <p:nvPr/>
        </p:nvSpPr>
        <p:spPr>
          <a:xfrm>
            <a:off x="12521179" y="3489704"/>
            <a:ext cx="37299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Proves i optimització</a:t>
            </a:r>
            <a:endParaRPr/>
          </a:p>
        </p:txBody>
      </p:sp>
      <p:sp>
        <p:nvSpPr>
          <p:cNvPr id="441" name="Google Shape;441;p20"/>
          <p:cNvSpPr txBox="1"/>
          <p:nvPr/>
        </p:nvSpPr>
        <p:spPr>
          <a:xfrm>
            <a:off x="6811898" y="3489715"/>
            <a:ext cx="37299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Desenvolupament i implementació</a:t>
            </a:r>
            <a:endParaRPr/>
          </a:p>
        </p:txBody>
      </p:sp>
      <p:pic>
        <p:nvPicPr>
          <p:cNvPr id="442" name="Google Shape;44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8750" y="6028434"/>
            <a:ext cx="2275500" cy="7749353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0"/>
          <p:cNvSpPr txBox="1"/>
          <p:nvPr/>
        </p:nvSpPr>
        <p:spPr>
          <a:xfrm>
            <a:off x="1375825" y="4400450"/>
            <a:ext cx="3333900" cy="18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Analitzem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Tecnologies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Dissenyar WEB/BD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0"/>
          <p:cNvSpPr txBox="1"/>
          <p:nvPr/>
        </p:nvSpPr>
        <p:spPr>
          <a:xfrm>
            <a:off x="6811900" y="4552850"/>
            <a:ext cx="3333900" cy="18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 Fisica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WEB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0"/>
          <p:cNvSpPr txBox="1"/>
          <p:nvPr/>
        </p:nvSpPr>
        <p:spPr>
          <a:xfrm>
            <a:off x="12528664" y="4453900"/>
            <a:ext cx="3729900" cy="18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Solucionar Errors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Proteccio de Dades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16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575" y="407200"/>
            <a:ext cx="17417100" cy="9472800"/>
          </a:xfrm>
          <a:prstGeom prst="roundRect">
            <a:avLst>
              <a:gd fmla="val 4712" name="adj"/>
            </a:avLst>
          </a:prstGeom>
          <a:noFill/>
          <a:ln>
            <a:noFill/>
          </a:ln>
        </p:spPr>
      </p:pic>
      <p:sp>
        <p:nvSpPr>
          <p:cNvPr id="451" name="Google Shape;451;p21"/>
          <p:cNvSpPr txBox="1"/>
          <p:nvPr/>
        </p:nvSpPr>
        <p:spPr>
          <a:xfrm>
            <a:off x="9535049" y="1002667"/>
            <a:ext cx="844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2" name="Google Shape;452;p21"/>
          <p:cNvGrpSpPr/>
          <p:nvPr/>
        </p:nvGrpSpPr>
        <p:grpSpPr>
          <a:xfrm>
            <a:off x="-1020017" y="0"/>
            <a:ext cx="19795315" cy="10321957"/>
            <a:chOff x="-477353" y="0"/>
            <a:chExt cx="26393753" cy="13762609"/>
          </a:xfrm>
        </p:grpSpPr>
        <p:sp>
          <p:nvSpPr>
            <p:cNvPr id="453" name="Google Shape;453;p21"/>
            <p:cNvSpPr/>
            <p:nvPr/>
          </p:nvSpPr>
          <p:spPr>
            <a:xfrm>
              <a:off x="223679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54" name="Google Shape;454;p21"/>
            <p:cNvSpPr/>
            <p:nvPr/>
          </p:nvSpPr>
          <p:spPr>
            <a:xfrm flipH="1" rot="5400000">
              <a:off x="-69604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2" y="1035067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55" name="Google Shape;455;p21"/>
            <p:cNvSpPr/>
            <p:nvPr/>
          </p:nvSpPr>
          <p:spPr>
            <a:xfrm flipH="1" rot="5400000">
              <a:off x="-69604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56" name="Google Shape;456;p21"/>
            <p:cNvSpPr/>
            <p:nvPr/>
          </p:nvSpPr>
          <p:spPr>
            <a:xfrm flipH="1" rot="5400000">
              <a:off x="-69604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57" name="Google Shape;457;p21"/>
            <p:cNvSpPr/>
            <p:nvPr/>
          </p:nvSpPr>
          <p:spPr>
            <a:xfrm flipH="1" rot="5400000">
              <a:off x="2305885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1" y="1035067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58" name="Google Shape;458;p21"/>
            <p:cNvSpPr/>
            <p:nvPr/>
          </p:nvSpPr>
          <p:spPr>
            <a:xfrm flipH="1" rot="5400000">
              <a:off x="2305885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59" name="Google Shape;459;p21"/>
            <p:cNvSpPr/>
            <p:nvPr/>
          </p:nvSpPr>
          <p:spPr>
            <a:xfrm flipH="1" rot="5400000">
              <a:off x="2305885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0" name="Google Shape;460;p21"/>
            <p:cNvSpPr/>
            <p:nvPr/>
          </p:nvSpPr>
          <p:spPr>
            <a:xfrm>
              <a:off x="539443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1" name="Google Shape;461;p21"/>
            <p:cNvSpPr/>
            <p:nvPr/>
          </p:nvSpPr>
          <p:spPr>
            <a:xfrm>
              <a:off x="7316241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2" name="Google Shape;462;p21"/>
            <p:cNvSpPr/>
            <p:nvPr/>
          </p:nvSpPr>
          <p:spPr>
            <a:xfrm>
              <a:off x="7632005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3" name="Google Shape;463;p21"/>
            <p:cNvSpPr/>
            <p:nvPr/>
          </p:nvSpPr>
          <p:spPr>
            <a:xfrm>
              <a:off x="3769960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4" name="Google Shape;464;p21"/>
            <p:cNvSpPr/>
            <p:nvPr/>
          </p:nvSpPr>
          <p:spPr>
            <a:xfrm>
              <a:off x="4085724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5" name="Google Shape;465;p21"/>
            <p:cNvSpPr/>
            <p:nvPr/>
          </p:nvSpPr>
          <p:spPr>
            <a:xfrm>
              <a:off x="10862522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6" name="Google Shape;466;p21"/>
            <p:cNvSpPr/>
            <p:nvPr/>
          </p:nvSpPr>
          <p:spPr>
            <a:xfrm>
              <a:off x="1117828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7" name="Google Shape;467;p21"/>
            <p:cNvSpPr/>
            <p:nvPr/>
          </p:nvSpPr>
          <p:spPr>
            <a:xfrm>
              <a:off x="14408803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8" name="Google Shape;468;p21"/>
            <p:cNvSpPr/>
            <p:nvPr/>
          </p:nvSpPr>
          <p:spPr>
            <a:xfrm>
              <a:off x="1472456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9" name="Google Shape;469;p21"/>
            <p:cNvSpPr/>
            <p:nvPr/>
          </p:nvSpPr>
          <p:spPr>
            <a:xfrm>
              <a:off x="17955084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70" name="Google Shape;470;p21"/>
            <p:cNvSpPr/>
            <p:nvPr/>
          </p:nvSpPr>
          <p:spPr>
            <a:xfrm>
              <a:off x="18270847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71" name="Google Shape;471;p21"/>
            <p:cNvSpPr/>
            <p:nvPr/>
          </p:nvSpPr>
          <p:spPr>
            <a:xfrm>
              <a:off x="21501365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72" name="Google Shape;472;p21"/>
            <p:cNvSpPr/>
            <p:nvPr/>
          </p:nvSpPr>
          <p:spPr>
            <a:xfrm>
              <a:off x="21817128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473" name="Google Shape;473;p21"/>
            <p:cNvGrpSpPr/>
            <p:nvPr/>
          </p:nvGrpSpPr>
          <p:grpSpPr>
            <a:xfrm rot="-2700000">
              <a:off x="-402361" y="11312143"/>
              <a:ext cx="2458837" cy="1230593"/>
              <a:chOff x="0" y="-133350"/>
              <a:chExt cx="485700" cy="243082"/>
            </a:xfrm>
          </p:grpSpPr>
          <p:sp>
            <p:nvSpPr>
              <p:cNvPr id="474" name="Google Shape;474;p21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475" name="Google Shape;475;p21"/>
              <p:cNvSpPr txBox="1"/>
              <p:nvPr/>
            </p:nvSpPr>
            <p:spPr>
              <a:xfrm>
                <a:off x="0" y="-133350"/>
                <a:ext cx="485700" cy="2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6" name="Google Shape;476;p21"/>
            <p:cNvGrpSpPr/>
            <p:nvPr/>
          </p:nvGrpSpPr>
          <p:grpSpPr>
            <a:xfrm rot="-2700000">
              <a:off x="23327657" y="11312143"/>
              <a:ext cx="2458837" cy="1230593"/>
              <a:chOff x="0" y="-133350"/>
              <a:chExt cx="485700" cy="243082"/>
            </a:xfrm>
          </p:grpSpPr>
          <p:sp>
            <p:nvSpPr>
              <p:cNvPr id="477" name="Google Shape;477;p21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478" name="Google Shape;478;p21"/>
              <p:cNvSpPr txBox="1"/>
              <p:nvPr/>
            </p:nvSpPr>
            <p:spPr>
              <a:xfrm>
                <a:off x="0" y="-133350"/>
                <a:ext cx="485700" cy="2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16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22"/>
          <p:cNvGrpSpPr/>
          <p:nvPr/>
        </p:nvGrpSpPr>
        <p:grpSpPr>
          <a:xfrm>
            <a:off x="-1020021" y="0"/>
            <a:ext cx="19795319" cy="10321957"/>
            <a:chOff x="-477358" y="0"/>
            <a:chExt cx="26393758" cy="13762609"/>
          </a:xfrm>
        </p:grpSpPr>
        <p:sp>
          <p:nvSpPr>
            <p:cNvPr id="484" name="Google Shape;484;p22"/>
            <p:cNvSpPr/>
            <p:nvPr/>
          </p:nvSpPr>
          <p:spPr>
            <a:xfrm>
              <a:off x="223679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85" name="Google Shape;485;p22"/>
            <p:cNvSpPr/>
            <p:nvPr/>
          </p:nvSpPr>
          <p:spPr>
            <a:xfrm flipH="1" rot="5400000">
              <a:off x="-69604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2" y="1035067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86" name="Google Shape;486;p22"/>
            <p:cNvSpPr/>
            <p:nvPr/>
          </p:nvSpPr>
          <p:spPr>
            <a:xfrm flipH="1" rot="5400000">
              <a:off x="-69604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87" name="Google Shape;487;p22"/>
            <p:cNvSpPr/>
            <p:nvPr/>
          </p:nvSpPr>
          <p:spPr>
            <a:xfrm flipH="1" rot="5400000">
              <a:off x="-69604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88" name="Google Shape;488;p22"/>
            <p:cNvSpPr/>
            <p:nvPr/>
          </p:nvSpPr>
          <p:spPr>
            <a:xfrm flipH="1" rot="5400000">
              <a:off x="2305885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1" y="1035067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89" name="Google Shape;489;p22"/>
            <p:cNvSpPr/>
            <p:nvPr/>
          </p:nvSpPr>
          <p:spPr>
            <a:xfrm flipH="1" rot="5400000">
              <a:off x="2305885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90" name="Google Shape;490;p22"/>
            <p:cNvSpPr/>
            <p:nvPr/>
          </p:nvSpPr>
          <p:spPr>
            <a:xfrm flipH="1" rot="5400000">
              <a:off x="2305885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91" name="Google Shape;491;p22"/>
            <p:cNvSpPr/>
            <p:nvPr/>
          </p:nvSpPr>
          <p:spPr>
            <a:xfrm>
              <a:off x="539443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92" name="Google Shape;492;p22"/>
            <p:cNvSpPr/>
            <p:nvPr/>
          </p:nvSpPr>
          <p:spPr>
            <a:xfrm>
              <a:off x="7316241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93" name="Google Shape;493;p22"/>
            <p:cNvSpPr/>
            <p:nvPr/>
          </p:nvSpPr>
          <p:spPr>
            <a:xfrm>
              <a:off x="7632005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94" name="Google Shape;494;p22"/>
            <p:cNvSpPr/>
            <p:nvPr/>
          </p:nvSpPr>
          <p:spPr>
            <a:xfrm>
              <a:off x="3769960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95" name="Google Shape;495;p22"/>
            <p:cNvSpPr/>
            <p:nvPr/>
          </p:nvSpPr>
          <p:spPr>
            <a:xfrm>
              <a:off x="4085724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96" name="Google Shape;496;p22"/>
            <p:cNvSpPr/>
            <p:nvPr/>
          </p:nvSpPr>
          <p:spPr>
            <a:xfrm>
              <a:off x="10862522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97" name="Google Shape;497;p22"/>
            <p:cNvSpPr/>
            <p:nvPr/>
          </p:nvSpPr>
          <p:spPr>
            <a:xfrm>
              <a:off x="1117828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98" name="Google Shape;498;p22"/>
            <p:cNvSpPr/>
            <p:nvPr/>
          </p:nvSpPr>
          <p:spPr>
            <a:xfrm>
              <a:off x="14408803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99" name="Google Shape;499;p22"/>
            <p:cNvSpPr/>
            <p:nvPr/>
          </p:nvSpPr>
          <p:spPr>
            <a:xfrm>
              <a:off x="1472456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00" name="Google Shape;500;p22"/>
            <p:cNvSpPr/>
            <p:nvPr/>
          </p:nvSpPr>
          <p:spPr>
            <a:xfrm>
              <a:off x="17955084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01" name="Google Shape;501;p22"/>
            <p:cNvSpPr/>
            <p:nvPr/>
          </p:nvSpPr>
          <p:spPr>
            <a:xfrm>
              <a:off x="18270847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02" name="Google Shape;502;p22"/>
            <p:cNvSpPr/>
            <p:nvPr/>
          </p:nvSpPr>
          <p:spPr>
            <a:xfrm>
              <a:off x="21501365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03" name="Google Shape;503;p22"/>
            <p:cNvSpPr/>
            <p:nvPr/>
          </p:nvSpPr>
          <p:spPr>
            <a:xfrm>
              <a:off x="21817128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504" name="Google Shape;504;p22"/>
            <p:cNvGrpSpPr/>
            <p:nvPr/>
          </p:nvGrpSpPr>
          <p:grpSpPr>
            <a:xfrm rot="-2700000">
              <a:off x="-402358" y="11312145"/>
              <a:ext cx="2458813" cy="1230607"/>
              <a:chOff x="0" y="-133350"/>
              <a:chExt cx="485691" cy="243082"/>
            </a:xfrm>
          </p:grpSpPr>
          <p:sp>
            <p:nvSpPr>
              <p:cNvPr id="505" name="Google Shape;505;p22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506" name="Google Shape;506;p22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7" name="Google Shape;507;p22"/>
            <p:cNvGrpSpPr/>
            <p:nvPr/>
          </p:nvGrpSpPr>
          <p:grpSpPr>
            <a:xfrm rot="-2700000">
              <a:off x="23327660" y="11312145"/>
              <a:ext cx="2458813" cy="1230607"/>
              <a:chOff x="0" y="-133350"/>
              <a:chExt cx="485691" cy="243082"/>
            </a:xfrm>
          </p:grpSpPr>
          <p:sp>
            <p:nvSpPr>
              <p:cNvPr id="508" name="Google Shape;508;p22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509" name="Google Shape;509;p22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10" name="Google Shape;510;p22"/>
          <p:cNvSpPr/>
          <p:nvPr/>
        </p:nvSpPr>
        <p:spPr>
          <a:xfrm>
            <a:off x="435575" y="352350"/>
            <a:ext cx="17417100" cy="9582300"/>
          </a:xfrm>
          <a:prstGeom prst="roundRect">
            <a:avLst>
              <a:gd fmla="val 4126" name="adj"/>
            </a:avLst>
          </a:prstGeom>
          <a:solidFill>
            <a:schemeClr val="lt1"/>
          </a:solidFill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2"/>
          <p:cNvSpPr txBox="1"/>
          <p:nvPr/>
        </p:nvSpPr>
        <p:spPr>
          <a:xfrm>
            <a:off x="1264143" y="3428998"/>
            <a:ext cx="38637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236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Plataforma funcional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  <a:p>
            <a:pPr indent="-368236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Tests autocorregits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  <a:p>
            <a:pPr indent="-368236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Accés online des de qualsevol dispositiu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  <a:p>
            <a:pPr indent="-368236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Millor organització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  <a:p>
            <a:pPr indent="-368236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99"/>
              <a:buFont typeface="Overpass"/>
              <a:buChar char="●"/>
            </a:pPr>
            <a:r>
              <a:rPr lang="en-US" sz="2199">
                <a:latin typeface="Overpass"/>
                <a:ea typeface="Overpass"/>
                <a:cs typeface="Overpass"/>
                <a:sym typeface="Overpass"/>
              </a:rPr>
              <a:t>Major comoditat per alumnes i professors</a:t>
            </a:r>
            <a:endParaRPr sz="2199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12" name="Google Shape;512;p22"/>
          <p:cNvSpPr txBox="1"/>
          <p:nvPr/>
        </p:nvSpPr>
        <p:spPr>
          <a:xfrm>
            <a:off x="1277368" y="1140709"/>
            <a:ext cx="4539000" cy="1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4">
                <a:latin typeface="Archivo Black"/>
                <a:ea typeface="Archivo Black"/>
                <a:cs typeface="Archivo Black"/>
                <a:sym typeface="Archivo Black"/>
              </a:rPr>
              <a:t>Resultats obtinguts</a:t>
            </a:r>
            <a:endParaRPr/>
          </a:p>
        </p:txBody>
      </p:sp>
      <p:sp>
        <p:nvSpPr>
          <p:cNvPr id="513" name="Google Shape;513;p22"/>
          <p:cNvSpPr/>
          <p:nvPr/>
        </p:nvSpPr>
        <p:spPr>
          <a:xfrm>
            <a:off x="11924452" y="1084963"/>
            <a:ext cx="1368953" cy="1368953"/>
          </a:xfrm>
          <a:custGeom>
            <a:rect b="b" l="l" r="r" t="t"/>
            <a:pathLst>
              <a:path extrusionOk="0" h="1368953" w="1368953">
                <a:moveTo>
                  <a:pt x="0" y="0"/>
                </a:moveTo>
                <a:lnTo>
                  <a:pt x="1368953" y="0"/>
                </a:lnTo>
                <a:lnTo>
                  <a:pt x="1368953" y="1368953"/>
                </a:lnTo>
                <a:lnTo>
                  <a:pt x="0" y="1368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4" name="Google Shape;514;p22"/>
          <p:cNvSpPr/>
          <p:nvPr/>
        </p:nvSpPr>
        <p:spPr>
          <a:xfrm>
            <a:off x="13918727" y="2758010"/>
            <a:ext cx="1426159" cy="1283543"/>
          </a:xfrm>
          <a:custGeom>
            <a:rect b="b" l="l" r="r" t="t"/>
            <a:pathLst>
              <a:path extrusionOk="0" h="1283543" w="1426159">
                <a:moveTo>
                  <a:pt x="0" y="0"/>
                </a:moveTo>
                <a:lnTo>
                  <a:pt x="1426159" y="0"/>
                </a:lnTo>
                <a:lnTo>
                  <a:pt x="1426159" y="1283543"/>
                </a:lnTo>
                <a:lnTo>
                  <a:pt x="0" y="1283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5" name="Google Shape;515;p22"/>
          <p:cNvSpPr/>
          <p:nvPr/>
        </p:nvSpPr>
        <p:spPr>
          <a:xfrm>
            <a:off x="10920835" y="4438294"/>
            <a:ext cx="1369092" cy="1369092"/>
          </a:xfrm>
          <a:custGeom>
            <a:rect b="b" l="l" r="r" t="t"/>
            <a:pathLst>
              <a:path extrusionOk="0" h="1369092" w="1369092">
                <a:moveTo>
                  <a:pt x="0" y="0"/>
                </a:moveTo>
                <a:lnTo>
                  <a:pt x="1369092" y="0"/>
                </a:lnTo>
                <a:lnTo>
                  <a:pt x="1369092" y="1369092"/>
                </a:lnTo>
                <a:lnTo>
                  <a:pt x="0" y="136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6" name="Google Shape;516;p22"/>
          <p:cNvSpPr/>
          <p:nvPr/>
        </p:nvSpPr>
        <p:spPr>
          <a:xfrm>
            <a:off x="16002055" y="1192890"/>
            <a:ext cx="1182667" cy="1153100"/>
          </a:xfrm>
          <a:custGeom>
            <a:rect b="b" l="l" r="r" t="t"/>
            <a:pathLst>
              <a:path extrusionOk="0" h="1153100" w="1182667">
                <a:moveTo>
                  <a:pt x="0" y="0"/>
                </a:moveTo>
                <a:lnTo>
                  <a:pt x="1182667" y="0"/>
                </a:lnTo>
                <a:lnTo>
                  <a:pt x="1182667" y="1153100"/>
                </a:lnTo>
                <a:lnTo>
                  <a:pt x="0" y="1153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7" name="Google Shape;517;p22"/>
          <p:cNvSpPr/>
          <p:nvPr/>
        </p:nvSpPr>
        <p:spPr>
          <a:xfrm>
            <a:off x="5888289" y="2742269"/>
            <a:ext cx="1315025" cy="1315025"/>
          </a:xfrm>
          <a:custGeom>
            <a:rect b="b" l="l" r="r" t="t"/>
            <a:pathLst>
              <a:path extrusionOk="0" h="1315025" w="1315025">
                <a:moveTo>
                  <a:pt x="0" y="0"/>
                </a:moveTo>
                <a:lnTo>
                  <a:pt x="1315025" y="0"/>
                </a:lnTo>
                <a:lnTo>
                  <a:pt x="1315025" y="1315025"/>
                </a:lnTo>
                <a:lnTo>
                  <a:pt x="0" y="1315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8" name="Google Shape;518;p22"/>
          <p:cNvSpPr/>
          <p:nvPr/>
        </p:nvSpPr>
        <p:spPr>
          <a:xfrm>
            <a:off x="9638634" y="3059608"/>
            <a:ext cx="1784514" cy="680346"/>
          </a:xfrm>
          <a:custGeom>
            <a:rect b="b" l="l" r="r" t="t"/>
            <a:pathLst>
              <a:path extrusionOk="0" h="680346" w="1784514">
                <a:moveTo>
                  <a:pt x="0" y="0"/>
                </a:moveTo>
                <a:lnTo>
                  <a:pt x="1784514" y="0"/>
                </a:lnTo>
                <a:lnTo>
                  <a:pt x="1784514" y="680346"/>
                </a:lnTo>
                <a:lnTo>
                  <a:pt x="0" y="680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9" name="Google Shape;519;p22"/>
          <p:cNvSpPr/>
          <p:nvPr/>
        </p:nvSpPr>
        <p:spPr>
          <a:xfrm>
            <a:off x="5888289" y="1135558"/>
            <a:ext cx="1273556" cy="1267764"/>
          </a:xfrm>
          <a:custGeom>
            <a:rect b="b" l="l" r="r" t="t"/>
            <a:pathLst>
              <a:path extrusionOk="0" h="1267764" w="1273556">
                <a:moveTo>
                  <a:pt x="0" y="0"/>
                </a:moveTo>
                <a:lnTo>
                  <a:pt x="1273556" y="0"/>
                </a:lnTo>
                <a:lnTo>
                  <a:pt x="1273556" y="1267764"/>
                </a:lnTo>
                <a:lnTo>
                  <a:pt x="0" y="1267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181976" l="0" r="0" t="0"/>
            </a:stretch>
          </a:blipFill>
          <a:ln>
            <a:noFill/>
          </a:ln>
        </p:spPr>
      </p:sp>
      <p:sp>
        <p:nvSpPr>
          <p:cNvPr id="520" name="Google Shape;520;p22"/>
          <p:cNvSpPr/>
          <p:nvPr/>
        </p:nvSpPr>
        <p:spPr>
          <a:xfrm>
            <a:off x="9256394" y="4480558"/>
            <a:ext cx="1227349" cy="1284564"/>
          </a:xfrm>
          <a:custGeom>
            <a:rect b="b" l="l" r="r" t="t"/>
            <a:pathLst>
              <a:path extrusionOk="0" h="1284564" w="1227349">
                <a:moveTo>
                  <a:pt x="0" y="0"/>
                </a:moveTo>
                <a:lnTo>
                  <a:pt x="1227349" y="0"/>
                </a:lnTo>
                <a:lnTo>
                  <a:pt x="1227349" y="1284564"/>
                </a:lnTo>
                <a:lnTo>
                  <a:pt x="0" y="1284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1" name="Google Shape;521;p22"/>
          <p:cNvSpPr/>
          <p:nvPr/>
        </p:nvSpPr>
        <p:spPr>
          <a:xfrm>
            <a:off x="12727019" y="4473519"/>
            <a:ext cx="1298643" cy="1298643"/>
          </a:xfrm>
          <a:custGeom>
            <a:rect b="b" l="l" r="r" t="t"/>
            <a:pathLst>
              <a:path extrusionOk="0" h="1298643" w="1298643">
                <a:moveTo>
                  <a:pt x="0" y="0"/>
                </a:moveTo>
                <a:lnTo>
                  <a:pt x="1298643" y="0"/>
                </a:lnTo>
                <a:lnTo>
                  <a:pt x="1298643" y="1298642"/>
                </a:lnTo>
                <a:lnTo>
                  <a:pt x="0" y="12986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2" name="Google Shape;522;p22"/>
          <p:cNvSpPr/>
          <p:nvPr/>
        </p:nvSpPr>
        <p:spPr>
          <a:xfrm>
            <a:off x="5926682" y="4524455"/>
            <a:ext cx="1196771" cy="1196771"/>
          </a:xfrm>
          <a:custGeom>
            <a:rect b="b" l="l" r="r" t="t"/>
            <a:pathLst>
              <a:path extrusionOk="0" h="1196771" w="1196771">
                <a:moveTo>
                  <a:pt x="0" y="0"/>
                </a:moveTo>
                <a:lnTo>
                  <a:pt x="1196770" y="0"/>
                </a:lnTo>
                <a:lnTo>
                  <a:pt x="1196770" y="1196770"/>
                </a:lnTo>
                <a:lnTo>
                  <a:pt x="0" y="11967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3" name="Google Shape;523;p22"/>
          <p:cNvSpPr/>
          <p:nvPr/>
        </p:nvSpPr>
        <p:spPr>
          <a:xfrm>
            <a:off x="14462753" y="4466919"/>
            <a:ext cx="1311843" cy="1311843"/>
          </a:xfrm>
          <a:custGeom>
            <a:rect b="b" l="l" r="r" t="t"/>
            <a:pathLst>
              <a:path extrusionOk="0" h="1311843" w="1311843">
                <a:moveTo>
                  <a:pt x="0" y="0"/>
                </a:moveTo>
                <a:lnTo>
                  <a:pt x="1311843" y="0"/>
                </a:lnTo>
                <a:lnTo>
                  <a:pt x="1311843" y="1311842"/>
                </a:lnTo>
                <a:lnTo>
                  <a:pt x="0" y="13118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4" name="Google Shape;524;p22"/>
          <p:cNvSpPr/>
          <p:nvPr/>
        </p:nvSpPr>
        <p:spPr>
          <a:xfrm>
            <a:off x="13998297" y="1120007"/>
            <a:ext cx="1298866" cy="1298866"/>
          </a:xfrm>
          <a:custGeom>
            <a:rect b="b" l="l" r="r" t="t"/>
            <a:pathLst>
              <a:path extrusionOk="0" h="1298866" w="1298866">
                <a:moveTo>
                  <a:pt x="0" y="0"/>
                </a:moveTo>
                <a:lnTo>
                  <a:pt x="1298866" y="0"/>
                </a:lnTo>
                <a:lnTo>
                  <a:pt x="1298866" y="1298866"/>
                </a:lnTo>
                <a:lnTo>
                  <a:pt x="0" y="1298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5" name="Google Shape;525;p22"/>
          <p:cNvSpPr/>
          <p:nvPr/>
        </p:nvSpPr>
        <p:spPr>
          <a:xfrm>
            <a:off x="15933924" y="2820261"/>
            <a:ext cx="1325376" cy="1159041"/>
          </a:xfrm>
          <a:custGeom>
            <a:rect b="b" l="l" r="r" t="t"/>
            <a:pathLst>
              <a:path extrusionOk="0" h="1159041" w="1325376">
                <a:moveTo>
                  <a:pt x="0" y="0"/>
                </a:moveTo>
                <a:lnTo>
                  <a:pt x="1325376" y="0"/>
                </a:lnTo>
                <a:lnTo>
                  <a:pt x="1325376" y="1159041"/>
                </a:lnTo>
                <a:lnTo>
                  <a:pt x="0" y="11590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6" name="Google Shape;526;p22"/>
          <p:cNvSpPr/>
          <p:nvPr/>
        </p:nvSpPr>
        <p:spPr>
          <a:xfrm>
            <a:off x="9906003" y="1112661"/>
            <a:ext cx="1313558" cy="1313558"/>
          </a:xfrm>
          <a:custGeom>
            <a:rect b="b" l="l" r="r" t="t"/>
            <a:pathLst>
              <a:path extrusionOk="0" h="1313558" w="1313558">
                <a:moveTo>
                  <a:pt x="0" y="0"/>
                </a:moveTo>
                <a:lnTo>
                  <a:pt x="1313557" y="0"/>
                </a:lnTo>
                <a:lnTo>
                  <a:pt x="1313557" y="1313558"/>
                </a:lnTo>
                <a:lnTo>
                  <a:pt x="0" y="1313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7" name="Google Shape;527;p22"/>
          <p:cNvSpPr/>
          <p:nvPr/>
        </p:nvSpPr>
        <p:spPr>
          <a:xfrm>
            <a:off x="12012185" y="2806904"/>
            <a:ext cx="1317504" cy="1185754"/>
          </a:xfrm>
          <a:custGeom>
            <a:rect b="b" l="l" r="r" t="t"/>
            <a:pathLst>
              <a:path extrusionOk="0" h="1185754" w="1317504">
                <a:moveTo>
                  <a:pt x="0" y="0"/>
                </a:moveTo>
                <a:lnTo>
                  <a:pt x="1317505" y="0"/>
                </a:lnTo>
                <a:lnTo>
                  <a:pt x="1317505" y="1185754"/>
                </a:lnTo>
                <a:lnTo>
                  <a:pt x="0" y="1185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8" name="Google Shape;528;p22"/>
          <p:cNvSpPr/>
          <p:nvPr/>
        </p:nvSpPr>
        <p:spPr>
          <a:xfrm>
            <a:off x="7866737" y="1102253"/>
            <a:ext cx="1334374" cy="1334374"/>
          </a:xfrm>
          <a:custGeom>
            <a:rect b="b" l="l" r="r" t="t"/>
            <a:pathLst>
              <a:path extrusionOk="0" h="1334374" w="1334374">
                <a:moveTo>
                  <a:pt x="0" y="0"/>
                </a:moveTo>
                <a:lnTo>
                  <a:pt x="1334374" y="0"/>
                </a:lnTo>
                <a:lnTo>
                  <a:pt x="1334374" y="1334374"/>
                </a:lnTo>
                <a:lnTo>
                  <a:pt x="0" y="13343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9" name="Google Shape;529;p22"/>
          <p:cNvSpPr/>
          <p:nvPr/>
        </p:nvSpPr>
        <p:spPr>
          <a:xfrm>
            <a:off x="7560544" y="4493461"/>
            <a:ext cx="1258758" cy="1258758"/>
          </a:xfrm>
          <a:custGeom>
            <a:rect b="b" l="l" r="r" t="t"/>
            <a:pathLst>
              <a:path extrusionOk="0" h="1258758" w="1258758">
                <a:moveTo>
                  <a:pt x="0" y="0"/>
                </a:moveTo>
                <a:lnTo>
                  <a:pt x="1258758" y="0"/>
                </a:lnTo>
                <a:lnTo>
                  <a:pt x="1258758" y="1258758"/>
                </a:lnTo>
                <a:lnTo>
                  <a:pt x="0" y="1258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0" name="Google Shape;530;p22"/>
          <p:cNvSpPr/>
          <p:nvPr/>
        </p:nvSpPr>
        <p:spPr>
          <a:xfrm>
            <a:off x="7792352" y="2771159"/>
            <a:ext cx="1257245" cy="1257245"/>
          </a:xfrm>
          <a:custGeom>
            <a:rect b="b" l="l" r="r" t="t"/>
            <a:pathLst>
              <a:path extrusionOk="0" h="1257245" w="1257245">
                <a:moveTo>
                  <a:pt x="0" y="0"/>
                </a:moveTo>
                <a:lnTo>
                  <a:pt x="1257245" y="0"/>
                </a:lnTo>
                <a:lnTo>
                  <a:pt x="1257245" y="1257245"/>
                </a:lnTo>
                <a:lnTo>
                  <a:pt x="0" y="12572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1" name="Google Shape;531;p22"/>
          <p:cNvSpPr/>
          <p:nvPr/>
        </p:nvSpPr>
        <p:spPr>
          <a:xfrm>
            <a:off x="16211688" y="4516558"/>
            <a:ext cx="889720" cy="1212565"/>
          </a:xfrm>
          <a:custGeom>
            <a:rect b="b" l="l" r="r" t="t"/>
            <a:pathLst>
              <a:path extrusionOk="0" h="1212565" w="889720">
                <a:moveTo>
                  <a:pt x="0" y="0"/>
                </a:moveTo>
                <a:lnTo>
                  <a:pt x="889719" y="0"/>
                </a:lnTo>
                <a:lnTo>
                  <a:pt x="889719" y="1212564"/>
                </a:lnTo>
                <a:lnTo>
                  <a:pt x="0" y="1212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2" name="Google Shape;532;p22"/>
          <p:cNvSpPr/>
          <p:nvPr/>
        </p:nvSpPr>
        <p:spPr>
          <a:xfrm>
            <a:off x="13249167" y="6260541"/>
            <a:ext cx="1210928" cy="1132217"/>
          </a:xfrm>
          <a:custGeom>
            <a:rect b="b" l="l" r="r" t="t"/>
            <a:pathLst>
              <a:path extrusionOk="0" h="1132217" w="1210928">
                <a:moveTo>
                  <a:pt x="0" y="0"/>
                </a:moveTo>
                <a:lnTo>
                  <a:pt x="1210927" y="0"/>
                </a:lnTo>
                <a:lnTo>
                  <a:pt x="1210927" y="1132217"/>
                </a:lnTo>
                <a:lnTo>
                  <a:pt x="0" y="11322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3" name="Google Shape;533;p22"/>
          <p:cNvSpPr/>
          <p:nvPr/>
        </p:nvSpPr>
        <p:spPr>
          <a:xfrm>
            <a:off x="10529595" y="8148575"/>
            <a:ext cx="2113933" cy="795608"/>
          </a:xfrm>
          <a:custGeom>
            <a:rect b="b" l="l" r="r" t="t"/>
            <a:pathLst>
              <a:path extrusionOk="0" h="795608" w="2113933">
                <a:moveTo>
                  <a:pt x="0" y="0"/>
                </a:moveTo>
                <a:lnTo>
                  <a:pt x="2113933" y="0"/>
                </a:lnTo>
                <a:lnTo>
                  <a:pt x="2113933" y="795607"/>
                </a:lnTo>
                <a:lnTo>
                  <a:pt x="0" y="7956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4" name="Google Shape;534;p22"/>
          <p:cNvSpPr/>
          <p:nvPr/>
        </p:nvSpPr>
        <p:spPr>
          <a:xfrm flipH="1">
            <a:off x="5888289" y="7945666"/>
            <a:ext cx="1620808" cy="1201424"/>
          </a:xfrm>
          <a:custGeom>
            <a:rect b="b" l="l" r="r" t="t"/>
            <a:pathLst>
              <a:path extrusionOk="0" h="1201424" w="1620808">
                <a:moveTo>
                  <a:pt x="1620808" y="0"/>
                </a:moveTo>
                <a:lnTo>
                  <a:pt x="0" y="0"/>
                </a:lnTo>
                <a:lnTo>
                  <a:pt x="0" y="1201424"/>
                </a:lnTo>
                <a:lnTo>
                  <a:pt x="1620808" y="1201424"/>
                </a:lnTo>
                <a:lnTo>
                  <a:pt x="1620808" y="0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5" name="Google Shape;535;p22"/>
          <p:cNvSpPr/>
          <p:nvPr/>
        </p:nvSpPr>
        <p:spPr>
          <a:xfrm>
            <a:off x="15773250" y="6349944"/>
            <a:ext cx="1640277" cy="953411"/>
          </a:xfrm>
          <a:custGeom>
            <a:rect b="b" l="l" r="r" t="t"/>
            <a:pathLst>
              <a:path extrusionOk="0" h="953411" w="1640277">
                <a:moveTo>
                  <a:pt x="0" y="0"/>
                </a:moveTo>
                <a:lnTo>
                  <a:pt x="1640277" y="0"/>
                </a:lnTo>
                <a:lnTo>
                  <a:pt x="1640277" y="953411"/>
                </a:lnTo>
                <a:lnTo>
                  <a:pt x="0" y="9534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6" name="Google Shape;536;p22"/>
          <p:cNvSpPr/>
          <p:nvPr/>
        </p:nvSpPr>
        <p:spPr>
          <a:xfrm>
            <a:off x="6057304" y="6207586"/>
            <a:ext cx="976995" cy="1238127"/>
          </a:xfrm>
          <a:custGeom>
            <a:rect b="b" l="l" r="r" t="t"/>
            <a:pathLst>
              <a:path extrusionOk="0" h="1238127" w="976995">
                <a:moveTo>
                  <a:pt x="0" y="0"/>
                </a:moveTo>
                <a:lnTo>
                  <a:pt x="976995" y="0"/>
                </a:lnTo>
                <a:lnTo>
                  <a:pt x="976995" y="1238127"/>
                </a:lnTo>
                <a:lnTo>
                  <a:pt x="0" y="12381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7" name="Google Shape;537;p22"/>
          <p:cNvSpPr/>
          <p:nvPr/>
        </p:nvSpPr>
        <p:spPr>
          <a:xfrm>
            <a:off x="8304745" y="7834457"/>
            <a:ext cx="1429203" cy="1423843"/>
          </a:xfrm>
          <a:custGeom>
            <a:rect b="b" l="l" r="r" t="t"/>
            <a:pathLst>
              <a:path extrusionOk="0" h="1423843" w="1429203">
                <a:moveTo>
                  <a:pt x="0" y="0"/>
                </a:moveTo>
                <a:lnTo>
                  <a:pt x="1429202" y="0"/>
                </a:lnTo>
                <a:lnTo>
                  <a:pt x="1429202" y="1423843"/>
                </a:lnTo>
                <a:lnTo>
                  <a:pt x="0" y="14238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8" name="Google Shape;538;p22"/>
          <p:cNvSpPr/>
          <p:nvPr/>
        </p:nvSpPr>
        <p:spPr>
          <a:xfrm>
            <a:off x="10758031" y="6275944"/>
            <a:ext cx="1177980" cy="1101411"/>
          </a:xfrm>
          <a:custGeom>
            <a:rect b="b" l="l" r="r" t="t"/>
            <a:pathLst>
              <a:path extrusionOk="0" h="1101411" w="1177980">
                <a:moveTo>
                  <a:pt x="0" y="0"/>
                </a:moveTo>
                <a:lnTo>
                  <a:pt x="1177980" y="0"/>
                </a:lnTo>
                <a:lnTo>
                  <a:pt x="1177980" y="1101411"/>
                </a:lnTo>
                <a:lnTo>
                  <a:pt x="0" y="11014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9" name="Google Shape;539;p22"/>
          <p:cNvSpPr/>
          <p:nvPr/>
        </p:nvSpPr>
        <p:spPr>
          <a:xfrm>
            <a:off x="13439175" y="8317162"/>
            <a:ext cx="1815574" cy="458433"/>
          </a:xfrm>
          <a:custGeom>
            <a:rect b="b" l="l" r="r" t="t"/>
            <a:pathLst>
              <a:path extrusionOk="0" h="458433" w="1815574">
                <a:moveTo>
                  <a:pt x="0" y="0"/>
                </a:moveTo>
                <a:lnTo>
                  <a:pt x="1815575" y="0"/>
                </a:lnTo>
                <a:lnTo>
                  <a:pt x="1815575" y="458433"/>
                </a:lnTo>
                <a:lnTo>
                  <a:pt x="0" y="458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40" name="Google Shape;540;p22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8304750" y="6141299"/>
            <a:ext cx="1051000" cy="131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22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16050400" y="7924177"/>
            <a:ext cx="1177975" cy="993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16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23"/>
          <p:cNvGrpSpPr/>
          <p:nvPr/>
        </p:nvGrpSpPr>
        <p:grpSpPr>
          <a:xfrm>
            <a:off x="-1020021" y="0"/>
            <a:ext cx="19795319" cy="10321957"/>
            <a:chOff x="-477358" y="0"/>
            <a:chExt cx="26393758" cy="13762609"/>
          </a:xfrm>
        </p:grpSpPr>
        <p:sp>
          <p:nvSpPr>
            <p:cNvPr id="547" name="Google Shape;547;p23"/>
            <p:cNvSpPr/>
            <p:nvPr/>
          </p:nvSpPr>
          <p:spPr>
            <a:xfrm>
              <a:off x="223679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48" name="Google Shape;548;p23"/>
            <p:cNvSpPr/>
            <p:nvPr/>
          </p:nvSpPr>
          <p:spPr>
            <a:xfrm flipH="1" rot="5400000">
              <a:off x="-69604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2" y="1035067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49" name="Google Shape;549;p23"/>
            <p:cNvSpPr/>
            <p:nvPr/>
          </p:nvSpPr>
          <p:spPr>
            <a:xfrm flipH="1" rot="5400000">
              <a:off x="-69604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50" name="Google Shape;550;p23"/>
            <p:cNvSpPr/>
            <p:nvPr/>
          </p:nvSpPr>
          <p:spPr>
            <a:xfrm flipH="1" rot="5400000">
              <a:off x="-69604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51" name="Google Shape;551;p23"/>
            <p:cNvSpPr/>
            <p:nvPr/>
          </p:nvSpPr>
          <p:spPr>
            <a:xfrm flipH="1" rot="5400000">
              <a:off x="2305885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1" y="1035067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52" name="Google Shape;552;p23"/>
            <p:cNvSpPr/>
            <p:nvPr/>
          </p:nvSpPr>
          <p:spPr>
            <a:xfrm flipH="1" rot="5400000">
              <a:off x="2305885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53" name="Google Shape;553;p23"/>
            <p:cNvSpPr/>
            <p:nvPr/>
          </p:nvSpPr>
          <p:spPr>
            <a:xfrm flipH="1" rot="5400000">
              <a:off x="2305885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54" name="Google Shape;554;p23"/>
            <p:cNvSpPr/>
            <p:nvPr/>
          </p:nvSpPr>
          <p:spPr>
            <a:xfrm>
              <a:off x="539443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55" name="Google Shape;555;p23"/>
            <p:cNvSpPr/>
            <p:nvPr/>
          </p:nvSpPr>
          <p:spPr>
            <a:xfrm>
              <a:off x="7316241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56" name="Google Shape;556;p23"/>
            <p:cNvSpPr/>
            <p:nvPr/>
          </p:nvSpPr>
          <p:spPr>
            <a:xfrm>
              <a:off x="7632005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57" name="Google Shape;557;p23"/>
            <p:cNvSpPr/>
            <p:nvPr/>
          </p:nvSpPr>
          <p:spPr>
            <a:xfrm>
              <a:off x="3769960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58" name="Google Shape;558;p23"/>
            <p:cNvSpPr/>
            <p:nvPr/>
          </p:nvSpPr>
          <p:spPr>
            <a:xfrm>
              <a:off x="4085724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59" name="Google Shape;559;p23"/>
            <p:cNvSpPr/>
            <p:nvPr/>
          </p:nvSpPr>
          <p:spPr>
            <a:xfrm>
              <a:off x="10862522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60" name="Google Shape;560;p23"/>
            <p:cNvSpPr/>
            <p:nvPr/>
          </p:nvSpPr>
          <p:spPr>
            <a:xfrm>
              <a:off x="1117828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61" name="Google Shape;561;p23"/>
            <p:cNvSpPr/>
            <p:nvPr/>
          </p:nvSpPr>
          <p:spPr>
            <a:xfrm>
              <a:off x="14408803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62" name="Google Shape;562;p23"/>
            <p:cNvSpPr/>
            <p:nvPr/>
          </p:nvSpPr>
          <p:spPr>
            <a:xfrm>
              <a:off x="1472456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63" name="Google Shape;563;p23"/>
            <p:cNvSpPr/>
            <p:nvPr/>
          </p:nvSpPr>
          <p:spPr>
            <a:xfrm>
              <a:off x="17955084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64" name="Google Shape;564;p23"/>
            <p:cNvSpPr/>
            <p:nvPr/>
          </p:nvSpPr>
          <p:spPr>
            <a:xfrm>
              <a:off x="18270847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65" name="Google Shape;565;p23"/>
            <p:cNvSpPr/>
            <p:nvPr/>
          </p:nvSpPr>
          <p:spPr>
            <a:xfrm>
              <a:off x="21501365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66" name="Google Shape;566;p23"/>
            <p:cNvSpPr/>
            <p:nvPr/>
          </p:nvSpPr>
          <p:spPr>
            <a:xfrm>
              <a:off x="21817128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567" name="Google Shape;567;p23"/>
            <p:cNvGrpSpPr/>
            <p:nvPr/>
          </p:nvGrpSpPr>
          <p:grpSpPr>
            <a:xfrm rot="-2700000">
              <a:off x="-402358" y="11312145"/>
              <a:ext cx="2458813" cy="1230607"/>
              <a:chOff x="0" y="-133350"/>
              <a:chExt cx="485691" cy="243082"/>
            </a:xfrm>
          </p:grpSpPr>
          <p:sp>
            <p:nvSpPr>
              <p:cNvPr id="568" name="Google Shape;568;p23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569" name="Google Shape;569;p23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0" name="Google Shape;570;p23"/>
            <p:cNvGrpSpPr/>
            <p:nvPr/>
          </p:nvGrpSpPr>
          <p:grpSpPr>
            <a:xfrm rot="-2700000">
              <a:off x="23327660" y="11312145"/>
              <a:ext cx="2458813" cy="1230607"/>
              <a:chOff x="0" y="-133350"/>
              <a:chExt cx="485691" cy="243082"/>
            </a:xfrm>
          </p:grpSpPr>
          <p:sp>
            <p:nvSpPr>
              <p:cNvPr id="571" name="Google Shape;571;p23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572" name="Google Shape;572;p23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73" name="Google Shape;573;p23"/>
          <p:cNvSpPr/>
          <p:nvPr/>
        </p:nvSpPr>
        <p:spPr>
          <a:xfrm>
            <a:off x="435575" y="352350"/>
            <a:ext cx="17417100" cy="9582300"/>
          </a:xfrm>
          <a:prstGeom prst="roundRect">
            <a:avLst>
              <a:gd fmla="val 4126" name="adj"/>
            </a:avLst>
          </a:prstGeom>
          <a:solidFill>
            <a:schemeClr val="lt1"/>
          </a:solidFill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4" name="Google Shape;574;p23"/>
          <p:cNvGrpSpPr/>
          <p:nvPr/>
        </p:nvGrpSpPr>
        <p:grpSpPr>
          <a:xfrm>
            <a:off x="1442872" y="2432787"/>
            <a:ext cx="2924630" cy="3130268"/>
            <a:chOff x="0" y="-57150"/>
            <a:chExt cx="812800" cy="869950"/>
          </a:xfrm>
        </p:grpSpPr>
        <p:sp>
          <p:nvSpPr>
            <p:cNvPr id="575" name="Google Shape;575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3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7" name="Google Shape;577;p23"/>
          <p:cNvGrpSpPr/>
          <p:nvPr/>
        </p:nvGrpSpPr>
        <p:grpSpPr>
          <a:xfrm>
            <a:off x="9287441" y="2432787"/>
            <a:ext cx="2924630" cy="3130268"/>
            <a:chOff x="0" y="-57150"/>
            <a:chExt cx="812800" cy="869950"/>
          </a:xfrm>
        </p:grpSpPr>
        <p:sp>
          <p:nvSpPr>
            <p:cNvPr id="578" name="Google Shape;578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3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0" name="Google Shape;580;p23"/>
          <p:cNvGrpSpPr/>
          <p:nvPr/>
        </p:nvGrpSpPr>
        <p:grpSpPr>
          <a:xfrm>
            <a:off x="1442872" y="5895750"/>
            <a:ext cx="2924630" cy="3130268"/>
            <a:chOff x="0" y="-57150"/>
            <a:chExt cx="812800" cy="869950"/>
          </a:xfrm>
        </p:grpSpPr>
        <p:sp>
          <p:nvSpPr>
            <p:cNvPr id="581" name="Google Shape;581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3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3" name="Google Shape;583;p23"/>
          <p:cNvGrpSpPr/>
          <p:nvPr/>
        </p:nvGrpSpPr>
        <p:grpSpPr>
          <a:xfrm>
            <a:off x="9287441" y="5895750"/>
            <a:ext cx="2924630" cy="3130268"/>
            <a:chOff x="0" y="-57150"/>
            <a:chExt cx="812800" cy="869950"/>
          </a:xfrm>
        </p:grpSpPr>
        <p:sp>
          <p:nvSpPr>
            <p:cNvPr id="584" name="Google Shape;584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3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6" name="Google Shape;586;p23"/>
          <p:cNvSpPr txBox="1"/>
          <p:nvPr/>
        </p:nvSpPr>
        <p:spPr>
          <a:xfrm>
            <a:off x="1028700" y="981075"/>
            <a:ext cx="162306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>
                <a:latin typeface="Archivo Black"/>
                <a:ea typeface="Archivo Black"/>
                <a:cs typeface="Archivo Black"/>
                <a:sym typeface="Archivo Black"/>
              </a:rPr>
              <a:t>Conclusions</a:t>
            </a:r>
            <a:endParaRPr/>
          </a:p>
        </p:txBody>
      </p:sp>
      <p:sp>
        <p:nvSpPr>
          <p:cNvPr id="587" name="Google Shape;587;p23"/>
          <p:cNvSpPr txBox="1"/>
          <p:nvPr/>
        </p:nvSpPr>
        <p:spPr>
          <a:xfrm>
            <a:off x="4606910" y="3452711"/>
            <a:ext cx="35688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Importància de la planificació</a:t>
            </a:r>
            <a:endParaRPr/>
          </a:p>
        </p:txBody>
      </p:sp>
      <p:sp>
        <p:nvSpPr>
          <p:cNvPr id="588" name="Google Shape;588;p23"/>
          <p:cNvSpPr txBox="1"/>
          <p:nvPr/>
        </p:nvSpPr>
        <p:spPr>
          <a:xfrm>
            <a:off x="4606910" y="6988084"/>
            <a:ext cx="29244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Ús de noves tecnologies</a:t>
            </a:r>
            <a:endParaRPr/>
          </a:p>
        </p:txBody>
      </p:sp>
      <p:sp>
        <p:nvSpPr>
          <p:cNvPr id="589" name="Google Shape;589;p23"/>
          <p:cNvSpPr txBox="1"/>
          <p:nvPr/>
        </p:nvSpPr>
        <p:spPr>
          <a:xfrm>
            <a:off x="12450284" y="3792076"/>
            <a:ext cx="39714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Treball en equip</a:t>
            </a:r>
            <a:endParaRPr/>
          </a:p>
        </p:txBody>
      </p:sp>
      <p:sp>
        <p:nvSpPr>
          <p:cNvPr id="590" name="Google Shape;590;p23"/>
          <p:cNvSpPr txBox="1"/>
          <p:nvPr/>
        </p:nvSpPr>
        <p:spPr>
          <a:xfrm>
            <a:off x="12450284" y="6924453"/>
            <a:ext cx="37740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latin typeface="Overpass Black"/>
                <a:ea typeface="Overpass Black"/>
                <a:cs typeface="Overpass Black"/>
                <a:sym typeface="Overpass Black"/>
              </a:rPr>
              <a:t>Resolució de problemes reals</a:t>
            </a:r>
            <a:endParaRPr/>
          </a:p>
        </p:txBody>
      </p:sp>
      <p:pic>
        <p:nvPicPr>
          <p:cNvPr id="591" name="Google Shape;59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6989" y="2752538"/>
            <a:ext cx="2696400" cy="2696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2" name="Google Shape;59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01552" y="2747560"/>
            <a:ext cx="2696400" cy="2696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3" name="Google Shape;59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56989" y="6215488"/>
            <a:ext cx="2696400" cy="2696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4" name="Google Shape;594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01539" y="6215488"/>
            <a:ext cx="2696400" cy="2696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16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p24"/>
          <p:cNvGrpSpPr/>
          <p:nvPr/>
        </p:nvGrpSpPr>
        <p:grpSpPr>
          <a:xfrm>
            <a:off x="-1020021" y="0"/>
            <a:ext cx="19795319" cy="10321957"/>
            <a:chOff x="-477358" y="0"/>
            <a:chExt cx="26393758" cy="13762609"/>
          </a:xfrm>
        </p:grpSpPr>
        <p:sp>
          <p:nvSpPr>
            <p:cNvPr id="600" name="Google Shape;600;p24"/>
            <p:cNvSpPr/>
            <p:nvPr/>
          </p:nvSpPr>
          <p:spPr>
            <a:xfrm>
              <a:off x="223679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01" name="Google Shape;601;p24"/>
            <p:cNvSpPr/>
            <p:nvPr/>
          </p:nvSpPr>
          <p:spPr>
            <a:xfrm flipH="1" rot="5400000">
              <a:off x="-69604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2" y="1035067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02" name="Google Shape;602;p24"/>
            <p:cNvSpPr/>
            <p:nvPr/>
          </p:nvSpPr>
          <p:spPr>
            <a:xfrm flipH="1" rot="5400000">
              <a:off x="-69604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03" name="Google Shape;603;p24"/>
            <p:cNvSpPr/>
            <p:nvPr/>
          </p:nvSpPr>
          <p:spPr>
            <a:xfrm flipH="1" rot="5400000">
              <a:off x="-69604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2" y="1035066"/>
                  </a:lnTo>
                  <a:lnTo>
                    <a:pt x="4099272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04" name="Google Shape;604;p24"/>
            <p:cNvSpPr/>
            <p:nvPr/>
          </p:nvSpPr>
          <p:spPr>
            <a:xfrm flipH="1" rot="5400000">
              <a:off x="23058853" y="200302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7"/>
                  </a:moveTo>
                  <a:lnTo>
                    <a:pt x="4099271" y="1035067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7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05" name="Google Shape;605;p24"/>
            <p:cNvSpPr/>
            <p:nvPr/>
          </p:nvSpPr>
          <p:spPr>
            <a:xfrm flipH="1" rot="5400000">
              <a:off x="23058853" y="5428956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06" name="Google Shape;606;p24"/>
            <p:cNvSpPr/>
            <p:nvPr/>
          </p:nvSpPr>
          <p:spPr>
            <a:xfrm flipH="1" rot="5400000">
              <a:off x="23058853" y="8781998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1035066"/>
                  </a:moveTo>
                  <a:lnTo>
                    <a:pt x="4099271" y="1035066"/>
                  </a:lnTo>
                  <a:lnTo>
                    <a:pt x="4099271" y="0"/>
                  </a:lnTo>
                  <a:lnTo>
                    <a:pt x="0" y="0"/>
                  </a:lnTo>
                  <a:lnTo>
                    <a:pt x="0" y="103506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07" name="Google Shape;607;p24"/>
            <p:cNvSpPr/>
            <p:nvPr/>
          </p:nvSpPr>
          <p:spPr>
            <a:xfrm>
              <a:off x="539443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08" name="Google Shape;608;p24"/>
            <p:cNvSpPr/>
            <p:nvPr/>
          </p:nvSpPr>
          <p:spPr>
            <a:xfrm>
              <a:off x="7316241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09" name="Google Shape;609;p24"/>
            <p:cNvSpPr/>
            <p:nvPr/>
          </p:nvSpPr>
          <p:spPr>
            <a:xfrm>
              <a:off x="7632005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10" name="Google Shape;610;p24"/>
            <p:cNvSpPr/>
            <p:nvPr/>
          </p:nvSpPr>
          <p:spPr>
            <a:xfrm>
              <a:off x="3769960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11" name="Google Shape;611;p24"/>
            <p:cNvSpPr/>
            <p:nvPr/>
          </p:nvSpPr>
          <p:spPr>
            <a:xfrm>
              <a:off x="4085724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12" name="Google Shape;612;p24"/>
            <p:cNvSpPr/>
            <p:nvPr/>
          </p:nvSpPr>
          <p:spPr>
            <a:xfrm>
              <a:off x="10862522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13" name="Google Shape;613;p24"/>
            <p:cNvSpPr/>
            <p:nvPr/>
          </p:nvSpPr>
          <p:spPr>
            <a:xfrm>
              <a:off x="1117828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14" name="Google Shape;614;p24"/>
            <p:cNvSpPr/>
            <p:nvPr/>
          </p:nvSpPr>
          <p:spPr>
            <a:xfrm>
              <a:off x="14408803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15" name="Google Shape;615;p24"/>
            <p:cNvSpPr/>
            <p:nvPr/>
          </p:nvSpPr>
          <p:spPr>
            <a:xfrm>
              <a:off x="14724566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16" name="Google Shape;616;p24"/>
            <p:cNvSpPr/>
            <p:nvPr/>
          </p:nvSpPr>
          <p:spPr>
            <a:xfrm>
              <a:off x="17955084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17" name="Google Shape;617;p24"/>
            <p:cNvSpPr/>
            <p:nvPr/>
          </p:nvSpPr>
          <p:spPr>
            <a:xfrm>
              <a:off x="18270847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18" name="Google Shape;618;p24"/>
            <p:cNvSpPr/>
            <p:nvPr/>
          </p:nvSpPr>
          <p:spPr>
            <a:xfrm>
              <a:off x="21501365" y="0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1" y="0"/>
                  </a:lnTo>
                  <a:lnTo>
                    <a:pt x="4099271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19" name="Google Shape;619;p24"/>
            <p:cNvSpPr/>
            <p:nvPr/>
          </p:nvSpPr>
          <p:spPr>
            <a:xfrm>
              <a:off x="21817128" y="12727543"/>
              <a:ext cx="4099272" cy="1035066"/>
            </a:xfrm>
            <a:custGeom>
              <a:rect b="b" l="l" r="r" t="t"/>
              <a:pathLst>
                <a:path extrusionOk="0" h="1035066" w="4099272">
                  <a:moveTo>
                    <a:pt x="0" y="0"/>
                  </a:moveTo>
                  <a:lnTo>
                    <a:pt x="4099272" y="0"/>
                  </a:lnTo>
                  <a:lnTo>
                    <a:pt x="4099272" y="1035066"/>
                  </a:lnTo>
                  <a:lnTo>
                    <a:pt x="0" y="10350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620" name="Google Shape;620;p24"/>
            <p:cNvGrpSpPr/>
            <p:nvPr/>
          </p:nvGrpSpPr>
          <p:grpSpPr>
            <a:xfrm rot="-2700000">
              <a:off x="-402358" y="11312145"/>
              <a:ext cx="2458813" cy="1230607"/>
              <a:chOff x="0" y="-133350"/>
              <a:chExt cx="485691" cy="243082"/>
            </a:xfrm>
          </p:grpSpPr>
          <p:sp>
            <p:nvSpPr>
              <p:cNvPr id="621" name="Google Shape;621;p24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622" name="Google Shape;622;p24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3" name="Google Shape;623;p24"/>
            <p:cNvGrpSpPr/>
            <p:nvPr/>
          </p:nvGrpSpPr>
          <p:grpSpPr>
            <a:xfrm rot="-2700000">
              <a:off x="23327660" y="11312145"/>
              <a:ext cx="2458813" cy="1230607"/>
              <a:chOff x="0" y="-133350"/>
              <a:chExt cx="485691" cy="243082"/>
            </a:xfrm>
          </p:grpSpPr>
          <p:sp>
            <p:nvSpPr>
              <p:cNvPr id="624" name="Google Shape;624;p24"/>
              <p:cNvSpPr/>
              <p:nvPr/>
            </p:nvSpPr>
            <p:spPr>
              <a:xfrm>
                <a:off x="0" y="0"/>
                <a:ext cx="485691" cy="109732"/>
              </a:xfrm>
              <a:custGeom>
                <a:rect b="b" l="l" r="r" t="t"/>
                <a:pathLst>
                  <a:path extrusionOk="0" h="109732" w="485691">
                    <a:moveTo>
                      <a:pt x="0" y="0"/>
                    </a:moveTo>
                    <a:lnTo>
                      <a:pt x="485691" y="0"/>
                    </a:lnTo>
                    <a:lnTo>
                      <a:pt x="485691" y="109732"/>
                    </a:lnTo>
                    <a:lnTo>
                      <a:pt x="0" y="1097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625" name="Google Shape;625;p24"/>
              <p:cNvSpPr txBox="1"/>
              <p:nvPr/>
            </p:nvSpPr>
            <p:spPr>
              <a:xfrm>
                <a:off x="0" y="-133350"/>
                <a:ext cx="485691" cy="243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9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6" name="Google Shape;626;p24"/>
          <p:cNvSpPr/>
          <p:nvPr/>
        </p:nvSpPr>
        <p:spPr>
          <a:xfrm>
            <a:off x="435575" y="352350"/>
            <a:ext cx="17417100" cy="9582300"/>
          </a:xfrm>
          <a:prstGeom prst="roundRect">
            <a:avLst>
              <a:gd fmla="val 4126" name="adj"/>
            </a:avLst>
          </a:prstGeom>
          <a:solidFill>
            <a:schemeClr val="lt1"/>
          </a:solidFill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7" name="Google Shape;62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83750" y="1057029"/>
            <a:ext cx="5571126" cy="9964746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24"/>
          <p:cNvSpPr txBox="1"/>
          <p:nvPr/>
        </p:nvSpPr>
        <p:spPr>
          <a:xfrm>
            <a:off x="5318430" y="1381949"/>
            <a:ext cx="7118400" cy="75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99">
                <a:latin typeface="Archivo Black"/>
                <a:ea typeface="Archivo Black"/>
                <a:cs typeface="Archivo Black"/>
                <a:sym typeface="Archivo Black"/>
              </a:rPr>
              <a:t>Gracies per la vostre atenció</a:t>
            </a:r>
            <a:endParaRPr/>
          </a:p>
        </p:txBody>
      </p:sp>
      <p:sp>
        <p:nvSpPr>
          <p:cNvPr id="629" name="Google Shape;629;p24"/>
          <p:cNvSpPr txBox="1"/>
          <p:nvPr/>
        </p:nvSpPr>
        <p:spPr>
          <a:xfrm rot="-622780">
            <a:off x="3035035" y="2314081"/>
            <a:ext cx="1811673" cy="407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7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HAPPY</a:t>
            </a:r>
            <a:endParaRPr/>
          </a:p>
        </p:txBody>
      </p:sp>
      <p:sp>
        <p:nvSpPr>
          <p:cNvPr id="630" name="Google Shape;630;p24"/>
          <p:cNvSpPr txBox="1"/>
          <p:nvPr/>
        </p:nvSpPr>
        <p:spPr>
          <a:xfrm rot="472243">
            <a:off x="163555" y="4050013"/>
            <a:ext cx="1988507" cy="409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7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DESIGNING</a:t>
            </a:r>
            <a:endParaRPr/>
          </a:p>
        </p:txBody>
      </p:sp>
      <p:pic>
        <p:nvPicPr>
          <p:cNvPr id="631" name="Google Shape;63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15299" y="1792875"/>
            <a:ext cx="3360000" cy="10701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